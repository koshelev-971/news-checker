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6" r:id="rId3"/>
    <p:sldId id="258" r:id="rId4"/>
    <p:sldId id="259" r:id="rId5"/>
    <p:sldId id="260" r:id="rId6"/>
    <p:sldId id="261" r:id="rId7"/>
    <p:sldId id="262" r:id="rId8"/>
    <p:sldId id="263" r:id="rId9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B1B2B2"/>
    <a:srgbClr val="ABC7F3"/>
    <a:srgbClr val="696A6A"/>
    <a:srgbClr val="29262B"/>
    <a:srgbClr val="DBDBDB"/>
    <a:srgbClr val="080000"/>
    <a:srgbClr val="010000"/>
    <a:srgbClr val="5E5E5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>
        <p:scale>
          <a:sx n="55" d="100"/>
          <a:sy n="55" d="100"/>
        </p:scale>
        <p:origin x="1332" y="7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8FDCDC-D517-4D9C-97EE-253DDD2A2229}" type="datetimeFigureOut">
              <a:rPr lang="ru-RU" smtClean="0"/>
              <a:t>27.03.2026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1FE81A-9D53-4809-B048-C31B756A1F8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9774355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8FDCDC-D517-4D9C-97EE-253DDD2A2229}" type="datetimeFigureOut">
              <a:rPr lang="ru-RU" smtClean="0"/>
              <a:t>27.03.2026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1FE81A-9D53-4809-B048-C31B756A1F8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4282074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8FDCDC-D517-4D9C-97EE-253DDD2A2229}" type="datetimeFigureOut">
              <a:rPr lang="ru-RU" smtClean="0"/>
              <a:t>27.03.2026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1FE81A-9D53-4809-B048-C31B756A1F8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532818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8FDCDC-D517-4D9C-97EE-253DDD2A2229}" type="datetimeFigureOut">
              <a:rPr lang="ru-RU" smtClean="0"/>
              <a:t>27.03.2026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1FE81A-9D53-4809-B048-C31B756A1F8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976833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8FDCDC-D517-4D9C-97EE-253DDD2A2229}" type="datetimeFigureOut">
              <a:rPr lang="ru-RU" smtClean="0"/>
              <a:t>27.03.2026</a:t>
            </a:fld>
            <a:endParaRPr lang="ru-RU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1FE81A-9D53-4809-B048-C31B756A1F8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312438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8FDCDC-D517-4D9C-97EE-253DDD2A2229}" type="datetimeFigureOut">
              <a:rPr lang="ru-RU" smtClean="0"/>
              <a:t>27.03.2026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1FE81A-9D53-4809-B048-C31B756A1F8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3032197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8FDCDC-D517-4D9C-97EE-253DDD2A2229}" type="datetimeFigureOut">
              <a:rPr lang="ru-RU" smtClean="0"/>
              <a:t>27.03.2026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1FE81A-9D53-4809-B048-C31B756A1F8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6208934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8FDCDC-D517-4D9C-97EE-253DDD2A2229}" type="datetimeFigureOut">
              <a:rPr lang="ru-RU" smtClean="0"/>
              <a:t>27.03.2026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1FE81A-9D53-4809-B048-C31B756A1F8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1965833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8FDCDC-D517-4D9C-97EE-253DDD2A2229}" type="datetimeFigureOut">
              <a:rPr lang="ru-RU" smtClean="0"/>
              <a:t>27.03.2026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1FE81A-9D53-4809-B048-C31B756A1F8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9676424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8FDCDC-D517-4D9C-97EE-253DDD2A2229}" type="datetimeFigureOut">
              <a:rPr lang="ru-RU" smtClean="0"/>
              <a:t>27.03.2026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1FE81A-9D53-4809-B048-C31B756A1F8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6977129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8FDCDC-D517-4D9C-97EE-253DDD2A2229}" type="datetimeFigureOut">
              <a:rPr lang="ru-RU" smtClean="0"/>
              <a:t>27.03.2026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1FE81A-9D53-4809-B048-C31B756A1F8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3859064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28FDCDC-D517-4D9C-97EE-253DDD2A2229}" type="datetimeFigureOut">
              <a:rPr lang="ru-RU" smtClean="0"/>
              <a:t>27.03.2026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B1FE81A-9D53-4809-B048-C31B756A1F8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3744672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3" Type="http://schemas.openxmlformats.org/officeDocument/2006/relationships/image" Target="../media/image2.png"/><Relationship Id="rId7" Type="http://schemas.openxmlformats.org/officeDocument/2006/relationships/image" Target="../media/image4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ru-RU"/>
          </a:p>
        </p:txBody>
      </p:sp>
      <p:pic>
        <p:nvPicPr>
          <p:cNvPr id="6" name="Picture 8" descr="Обои газета (79 фото) - красивые картинки и HD фото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4" name="TextBox 13"/>
          <p:cNvSpPr txBox="1"/>
          <p:nvPr/>
        </p:nvSpPr>
        <p:spPr>
          <a:xfrm>
            <a:off x="7826375" y="6967537"/>
            <a:ext cx="569595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800">
                <a:solidFill>
                  <a:srgbClr val="080000"/>
                </a:solidFill>
              </a:rPr>
              <a:t>Кошелев Михаил ИИ-71</a:t>
            </a:r>
          </a:p>
        </p:txBody>
      </p:sp>
      <p:grpSp>
        <p:nvGrpSpPr>
          <p:cNvPr id="4" name="Группа 3">
            <a:extLst>
              <a:ext uri="{FF2B5EF4-FFF2-40B4-BE49-F238E27FC236}">
                <a16:creationId xmlns:a16="http://schemas.microsoft.com/office/drawing/2014/main" id="{536FE472-8D69-E933-818A-5C238BC8685C}"/>
              </a:ext>
            </a:extLst>
          </p:cNvPr>
          <p:cNvGrpSpPr/>
          <p:nvPr/>
        </p:nvGrpSpPr>
        <p:grpSpPr>
          <a:xfrm>
            <a:off x="-939115" y="-4819135"/>
            <a:ext cx="14461439" cy="11677135"/>
            <a:chOff x="-1" y="0"/>
            <a:chExt cx="12192000" cy="6858000"/>
          </a:xfrm>
        </p:grpSpPr>
        <p:sp>
          <p:nvSpPr>
            <p:cNvPr id="5" name="Прямоугольник 4">
              <a:extLst>
                <a:ext uri="{FF2B5EF4-FFF2-40B4-BE49-F238E27FC236}">
                  <a16:creationId xmlns:a16="http://schemas.microsoft.com/office/drawing/2014/main" id="{DBF9D518-BB1B-56BE-4B97-FDDD20A1A7EB}"/>
                </a:ext>
              </a:extLst>
            </p:cNvPr>
            <p:cNvSpPr/>
            <p:nvPr/>
          </p:nvSpPr>
          <p:spPr>
            <a:xfrm>
              <a:off x="-1" y="0"/>
              <a:ext cx="12192000" cy="6858000"/>
            </a:xfrm>
            <a:prstGeom prst="rect">
              <a:avLst/>
            </a:prstGeom>
            <a:gradFill>
              <a:gsLst>
                <a:gs pos="0">
                  <a:schemeClr val="tx1">
                    <a:lumMod val="75000"/>
                    <a:lumOff val="25000"/>
                  </a:schemeClr>
                </a:gs>
                <a:gs pos="2112">
                  <a:srgbClr val="404040">
                    <a:alpha val="97000"/>
                  </a:srgbClr>
                </a:gs>
                <a:gs pos="33000">
                  <a:schemeClr val="tx1">
                    <a:lumMod val="75000"/>
                    <a:lumOff val="25000"/>
                    <a:alpha val="86000"/>
                  </a:schemeClr>
                </a:gs>
                <a:gs pos="68000">
                  <a:schemeClr val="tx1">
                    <a:lumMod val="75000"/>
                    <a:lumOff val="25000"/>
                    <a:alpha val="77000"/>
                  </a:schemeClr>
                </a:gs>
                <a:gs pos="100000">
                  <a:schemeClr val="tx1">
                    <a:lumMod val="75000"/>
                    <a:lumOff val="25000"/>
                    <a:alpha val="52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pic>
          <p:nvPicPr>
            <p:cNvPr id="12" name="Picture 2" descr="https://dead-god.ru/wp-content/uploads/2021/11/183.png">
              <a:extLst>
                <a:ext uri="{FF2B5EF4-FFF2-40B4-BE49-F238E27FC236}">
                  <a16:creationId xmlns:a16="http://schemas.microsoft.com/office/drawing/2014/main" id="{219FC87B-E11E-B4DA-D294-45DBF99EE130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rot="20329685">
              <a:off x="3036194" y="443917"/>
              <a:ext cx="859286" cy="85928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3DD856F1-ED60-7893-88B5-08C4433E27EA}"/>
                </a:ext>
              </a:extLst>
            </p:cNvPr>
            <p:cNvSpPr txBox="1"/>
            <p:nvPr/>
          </p:nvSpPr>
          <p:spPr>
            <a:xfrm>
              <a:off x="3965788" y="456484"/>
              <a:ext cx="4383388" cy="70788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sz="4000">
                  <a:solidFill>
                    <a:srgbClr val="B1B2B2"/>
                  </a:solidFill>
                  <a:latin typeface="Arial Black" panose="020B0A04020102020204" pitchFamily="34" charset="0"/>
                </a:rPr>
                <a:t>News </a:t>
              </a:r>
              <a:r>
                <a:rPr lang="en-US" sz="4000">
                  <a:solidFill>
                    <a:srgbClr val="ABC7F3"/>
                  </a:solidFill>
                  <a:latin typeface="Arial Black" panose="020B0A04020102020204" pitchFamily="34" charset="0"/>
                </a:rPr>
                <a:t>Checker</a:t>
              </a:r>
              <a:endParaRPr lang="ru-RU" sz="4000">
                <a:solidFill>
                  <a:srgbClr val="ABC7F3"/>
                </a:solidFill>
                <a:latin typeface="Arial Black" panose="020B0A04020102020204" pitchFamily="34" charset="0"/>
              </a:endParaRPr>
            </a:p>
          </p:txBody>
        </p:sp>
        <p:pic>
          <p:nvPicPr>
            <p:cNvPr id="15" name="Picture 2" descr="https://dead-god.ru/wp-content/uploads/2021/11/23-5.png">
              <a:extLst>
                <a:ext uri="{FF2B5EF4-FFF2-40B4-BE49-F238E27FC236}">
                  <a16:creationId xmlns:a16="http://schemas.microsoft.com/office/drawing/2014/main" id="{EA226543-80F2-8C41-B5BB-49C6562C9E8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rot="773143">
              <a:off x="8230730" y="370715"/>
              <a:ext cx="656637" cy="8129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15384725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32" name="Picture 8" descr="Обои газета (79 фото) - красивые картинки и HD фото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0" name="Группа 9"/>
          <p:cNvGrpSpPr/>
          <p:nvPr/>
        </p:nvGrpSpPr>
        <p:grpSpPr>
          <a:xfrm>
            <a:off x="0" y="0"/>
            <a:ext cx="12192000" cy="6858000"/>
            <a:chOff x="-1" y="0"/>
            <a:chExt cx="12192000" cy="6858000"/>
          </a:xfrm>
        </p:grpSpPr>
        <p:sp>
          <p:nvSpPr>
            <p:cNvPr id="9" name="Прямоугольник 8"/>
            <p:cNvSpPr/>
            <p:nvPr/>
          </p:nvSpPr>
          <p:spPr>
            <a:xfrm>
              <a:off x="-1" y="0"/>
              <a:ext cx="12192000" cy="6858000"/>
            </a:xfrm>
            <a:prstGeom prst="rect">
              <a:avLst/>
            </a:prstGeom>
            <a:gradFill>
              <a:gsLst>
                <a:gs pos="0">
                  <a:schemeClr val="tx1">
                    <a:lumMod val="75000"/>
                    <a:lumOff val="25000"/>
                  </a:schemeClr>
                </a:gs>
                <a:gs pos="2112">
                  <a:srgbClr val="404040">
                    <a:alpha val="97000"/>
                  </a:srgbClr>
                </a:gs>
                <a:gs pos="33000">
                  <a:schemeClr val="tx1">
                    <a:lumMod val="75000"/>
                    <a:lumOff val="25000"/>
                    <a:alpha val="86000"/>
                  </a:schemeClr>
                </a:gs>
                <a:gs pos="68000">
                  <a:schemeClr val="tx1">
                    <a:lumMod val="75000"/>
                    <a:lumOff val="25000"/>
                    <a:alpha val="77000"/>
                  </a:schemeClr>
                </a:gs>
                <a:gs pos="100000">
                  <a:schemeClr val="tx1">
                    <a:lumMod val="75000"/>
                    <a:lumOff val="25000"/>
                    <a:alpha val="52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pic>
          <p:nvPicPr>
            <p:cNvPr id="1026" name="Picture 2" descr="https://dead-god.ru/wp-content/uploads/2021/11/183.png"/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rot="20329685">
              <a:off x="3036194" y="443917"/>
              <a:ext cx="859286" cy="85928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5" name="TextBox 4"/>
            <p:cNvSpPr txBox="1"/>
            <p:nvPr/>
          </p:nvSpPr>
          <p:spPr>
            <a:xfrm>
              <a:off x="3965788" y="456484"/>
              <a:ext cx="4383388" cy="70788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sz="4000" dirty="0">
                  <a:solidFill>
                    <a:srgbClr val="B1B2B2"/>
                  </a:solidFill>
                  <a:latin typeface="Arial Black" panose="020B0A04020102020204" pitchFamily="34" charset="0"/>
                </a:rPr>
                <a:t>News </a:t>
              </a:r>
              <a:r>
                <a:rPr lang="en-US" sz="4000" dirty="0">
                  <a:solidFill>
                    <a:srgbClr val="ABC7F3"/>
                  </a:solidFill>
                  <a:latin typeface="Arial Black" panose="020B0A04020102020204" pitchFamily="34" charset="0"/>
                </a:rPr>
                <a:t>Checker</a:t>
              </a:r>
              <a:endParaRPr lang="ru-RU" sz="4000" dirty="0">
                <a:solidFill>
                  <a:srgbClr val="ABC7F3"/>
                </a:solidFill>
                <a:latin typeface="Arial Black" panose="020B0A04020102020204" pitchFamily="34" charset="0"/>
              </a:endParaRPr>
            </a:p>
          </p:txBody>
        </p:sp>
        <p:pic>
          <p:nvPicPr>
            <p:cNvPr id="6" name="Picture 2" descr="https://dead-god.ru/wp-content/uploads/2021/11/23-5.png"/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rot="773143">
              <a:off x="8230730" y="370715"/>
              <a:ext cx="656637" cy="8129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14" name="TextBox 13"/>
          <p:cNvSpPr txBox="1"/>
          <p:nvPr/>
        </p:nvSpPr>
        <p:spPr>
          <a:xfrm>
            <a:off x="7826375" y="6383337"/>
            <a:ext cx="569595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800">
                <a:solidFill>
                  <a:srgbClr val="DBDBDB"/>
                </a:solidFill>
              </a:rPr>
              <a:t>Кошелев Михаил ИИ-71</a:t>
            </a:r>
          </a:p>
        </p:txBody>
      </p:sp>
      <p:pic>
        <p:nvPicPr>
          <p:cNvPr id="20" name="Picture 2" descr="https://dead-god.ru/wp-content/uploads/2021/11/29-3.png">
            <a:extLst>
              <a:ext uri="{FF2B5EF4-FFF2-40B4-BE49-F238E27FC236}">
                <a16:creationId xmlns:a16="http://schemas.microsoft.com/office/drawing/2014/main" id="{81279451-6798-1A17-900F-8373EF07FBF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1021" y="7453824"/>
            <a:ext cx="798098" cy="9121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1" name="Picture 4" descr="https://dead-god.ru/wp-content/uploads/2021/11/50-2.png">
            <a:extLst>
              <a:ext uri="{FF2B5EF4-FFF2-40B4-BE49-F238E27FC236}">
                <a16:creationId xmlns:a16="http://schemas.microsoft.com/office/drawing/2014/main" id="{8278B88A-BDF6-7D36-A92A-D0D13C87326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620394">
            <a:off x="10447581" y="9621709"/>
            <a:ext cx="746455" cy="7879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2" name="Рисунок 21">
            <a:extLst>
              <a:ext uri="{FF2B5EF4-FFF2-40B4-BE49-F238E27FC236}">
                <a16:creationId xmlns:a16="http://schemas.microsoft.com/office/drawing/2014/main" id="{6B98DCE9-5EC3-3315-0911-78D675D659F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-1780547" y="4844404"/>
            <a:ext cx="1352739" cy="1343212"/>
          </a:xfrm>
          <a:prstGeom prst="rect">
            <a:avLst/>
          </a:prstGeom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EDCD7DB8-395C-7015-AA25-2E27B5F2F4E4}"/>
              </a:ext>
            </a:extLst>
          </p:cNvPr>
          <p:cNvSpPr txBox="1"/>
          <p:nvPr/>
        </p:nvSpPr>
        <p:spPr>
          <a:xfrm>
            <a:off x="-1856514" y="6225519"/>
            <a:ext cx="177693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>
                <a:solidFill>
                  <a:srgbClr val="DBDBDB"/>
                </a:solidFill>
              </a:rPr>
              <a:t>Спрайты для презентации</a:t>
            </a:r>
          </a:p>
        </p:txBody>
      </p:sp>
      <p:pic>
        <p:nvPicPr>
          <p:cNvPr id="24" name="Рисунок 23">
            <a:extLst>
              <a:ext uri="{FF2B5EF4-FFF2-40B4-BE49-F238E27FC236}">
                <a16:creationId xmlns:a16="http://schemas.microsoft.com/office/drawing/2014/main" id="{1458F524-D642-785D-FC2A-04B49B8FC598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-3493041" y="4806304"/>
            <a:ext cx="1390844" cy="1400370"/>
          </a:xfrm>
          <a:prstGeom prst="rect">
            <a:avLst/>
          </a:prstGeom>
        </p:spPr>
      </p:pic>
      <p:sp>
        <p:nvSpPr>
          <p:cNvPr id="25" name="Прямоугольник 24">
            <a:extLst>
              <a:ext uri="{FF2B5EF4-FFF2-40B4-BE49-F238E27FC236}">
                <a16:creationId xmlns:a16="http://schemas.microsoft.com/office/drawing/2014/main" id="{EBEC077D-B1AF-BC04-60C7-B11409FD5C31}"/>
              </a:ext>
            </a:extLst>
          </p:cNvPr>
          <p:cNvSpPr/>
          <p:nvPr/>
        </p:nvSpPr>
        <p:spPr>
          <a:xfrm>
            <a:off x="-3493041" y="6311900"/>
            <a:ext cx="146123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>
                <a:solidFill>
                  <a:srgbClr val="ABC7F3"/>
                </a:solidFill>
              </a:rPr>
              <a:t>Репозиторий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0045DFD-5A51-42CC-8DF0-4CDC50AA3DE7}"/>
              </a:ext>
            </a:extLst>
          </p:cNvPr>
          <p:cNvSpPr txBox="1"/>
          <p:nvPr/>
        </p:nvSpPr>
        <p:spPr>
          <a:xfrm>
            <a:off x="1217560" y="8390538"/>
            <a:ext cx="10334262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Сервис для про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верки новостей и </a:t>
            </a:r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поиска ссылок</a:t>
            </a:r>
            <a:r>
              <a:rPr lang="ru-RU" sz="4000" dirty="0">
                <a:latin typeface="Arial Black" panose="020B0A04020102020204" pitchFamily="34" charset="0"/>
              </a:rPr>
              <a:t> 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на достоверную </a:t>
            </a:r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информацию.</a:t>
            </a:r>
          </a:p>
        </p:txBody>
      </p:sp>
    </p:spTree>
    <p:extLst>
      <p:ext uri="{BB962C8B-B14F-4D97-AF65-F5344CB8AC3E}">
        <p14:creationId xmlns:p14="http://schemas.microsoft.com/office/powerpoint/2010/main" val="27232935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8" descr="Обои газета (79 фото) - красивые картинки и HD фото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25" name="Группа 24">
            <a:extLst>
              <a:ext uri="{FF2B5EF4-FFF2-40B4-BE49-F238E27FC236}">
                <a16:creationId xmlns:a16="http://schemas.microsoft.com/office/drawing/2014/main" id="{7FC25BD7-6ADA-E017-3340-2D04629E8D30}"/>
              </a:ext>
            </a:extLst>
          </p:cNvPr>
          <p:cNvGrpSpPr/>
          <p:nvPr/>
        </p:nvGrpSpPr>
        <p:grpSpPr>
          <a:xfrm>
            <a:off x="0" y="-20135"/>
            <a:ext cx="12192000" cy="6962504"/>
            <a:chOff x="-1" y="0"/>
            <a:chExt cx="12192000" cy="6858000"/>
          </a:xfrm>
        </p:grpSpPr>
        <p:sp>
          <p:nvSpPr>
            <p:cNvPr id="26" name="Прямоугольник 25">
              <a:extLst>
                <a:ext uri="{FF2B5EF4-FFF2-40B4-BE49-F238E27FC236}">
                  <a16:creationId xmlns:a16="http://schemas.microsoft.com/office/drawing/2014/main" id="{79D94C29-8380-E61D-F117-6AB1F540D9B1}"/>
                </a:ext>
              </a:extLst>
            </p:cNvPr>
            <p:cNvSpPr/>
            <p:nvPr/>
          </p:nvSpPr>
          <p:spPr>
            <a:xfrm>
              <a:off x="-1" y="0"/>
              <a:ext cx="12192000" cy="6858000"/>
            </a:xfrm>
            <a:prstGeom prst="rect">
              <a:avLst/>
            </a:prstGeom>
            <a:gradFill>
              <a:gsLst>
                <a:gs pos="0">
                  <a:schemeClr val="tx1">
                    <a:lumMod val="75000"/>
                    <a:lumOff val="25000"/>
                  </a:schemeClr>
                </a:gs>
                <a:gs pos="2112">
                  <a:srgbClr val="404040">
                    <a:alpha val="97000"/>
                  </a:srgbClr>
                </a:gs>
                <a:gs pos="33000">
                  <a:schemeClr val="tx1">
                    <a:lumMod val="75000"/>
                    <a:lumOff val="25000"/>
                    <a:alpha val="86000"/>
                  </a:schemeClr>
                </a:gs>
                <a:gs pos="68000">
                  <a:schemeClr val="tx1">
                    <a:lumMod val="75000"/>
                    <a:lumOff val="25000"/>
                    <a:alpha val="77000"/>
                  </a:schemeClr>
                </a:gs>
                <a:gs pos="100000">
                  <a:schemeClr val="tx1">
                    <a:lumMod val="75000"/>
                    <a:lumOff val="25000"/>
                    <a:alpha val="52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pic>
          <p:nvPicPr>
            <p:cNvPr id="27" name="Picture 2" descr="https://dead-god.ru/wp-content/uploads/2021/11/183.png">
              <a:extLst>
                <a:ext uri="{FF2B5EF4-FFF2-40B4-BE49-F238E27FC236}">
                  <a16:creationId xmlns:a16="http://schemas.microsoft.com/office/drawing/2014/main" id="{803B7C43-C028-1AE4-777B-300303B9E19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rot="20329685">
              <a:off x="3036194" y="443917"/>
              <a:ext cx="859286" cy="85928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EA8E9019-533B-AA76-B8C3-5CE01AE485E6}"/>
                </a:ext>
              </a:extLst>
            </p:cNvPr>
            <p:cNvSpPr txBox="1"/>
            <p:nvPr/>
          </p:nvSpPr>
          <p:spPr>
            <a:xfrm>
              <a:off x="3965788" y="456484"/>
              <a:ext cx="4383388" cy="70788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sz="4000" dirty="0">
                  <a:solidFill>
                    <a:srgbClr val="B1B2B2"/>
                  </a:solidFill>
                  <a:latin typeface="Arial Black" panose="020B0A04020102020204" pitchFamily="34" charset="0"/>
                </a:rPr>
                <a:t>News </a:t>
              </a:r>
              <a:r>
                <a:rPr lang="en-US" sz="4000" dirty="0">
                  <a:solidFill>
                    <a:srgbClr val="ABC7F3"/>
                  </a:solidFill>
                  <a:latin typeface="Arial Black" panose="020B0A04020102020204" pitchFamily="34" charset="0"/>
                </a:rPr>
                <a:t>Checker</a:t>
              </a:r>
              <a:endParaRPr lang="ru-RU" sz="4000" dirty="0">
                <a:solidFill>
                  <a:srgbClr val="ABC7F3"/>
                </a:solidFill>
                <a:latin typeface="Arial Black" panose="020B0A04020102020204" pitchFamily="34" charset="0"/>
              </a:endParaRPr>
            </a:p>
          </p:txBody>
        </p:sp>
        <p:pic>
          <p:nvPicPr>
            <p:cNvPr id="29" name="Picture 2" descr="https://dead-god.ru/wp-content/uploads/2021/11/23-5.png">
              <a:extLst>
                <a:ext uri="{FF2B5EF4-FFF2-40B4-BE49-F238E27FC236}">
                  <a16:creationId xmlns:a16="http://schemas.microsoft.com/office/drawing/2014/main" id="{05B8FB14-1C85-D590-FA9D-E3F73B70DBF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rot="773143">
              <a:off x="8230730" y="370715"/>
              <a:ext cx="656637" cy="8129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11" name="TextBox 10"/>
          <p:cNvSpPr txBox="1"/>
          <p:nvPr/>
        </p:nvSpPr>
        <p:spPr>
          <a:xfrm>
            <a:off x="7826375" y="6383337"/>
            <a:ext cx="569595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800" dirty="0">
                <a:solidFill>
                  <a:srgbClr val="B1B2B2"/>
                </a:solidFill>
              </a:rPr>
              <a:t>Кошелев Михаил ИИ-71</a:t>
            </a:r>
          </a:p>
        </p:txBody>
      </p:sp>
      <p:sp>
        <p:nvSpPr>
          <p:cNvPr id="12" name="Прямоугольник 11"/>
          <p:cNvSpPr/>
          <p:nvPr/>
        </p:nvSpPr>
        <p:spPr>
          <a:xfrm>
            <a:off x="0" y="-682354"/>
            <a:ext cx="11344643" cy="696250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16" name="Прямая соединительная линия 15"/>
          <p:cNvCxnSpPr/>
          <p:nvPr/>
        </p:nvCxnSpPr>
        <p:spPr>
          <a:xfrm>
            <a:off x="5904411" y="1324872"/>
            <a:ext cx="0" cy="608430"/>
          </a:xfrm>
          <a:prstGeom prst="line">
            <a:avLst/>
          </a:prstGeom>
          <a:ln w="76200">
            <a:solidFill>
              <a:srgbClr val="B1B2B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074" name="Picture 2" descr="https://dead-god.ru/wp-content/uploads/2021/11/29-3.png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1021" y="1324873"/>
            <a:ext cx="798098" cy="9121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6" name="Picture 4" descr="https://dead-god.ru/wp-content/uploads/2021/11/50-2.png"/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620394">
            <a:off x="10447581" y="3492758"/>
            <a:ext cx="746455" cy="7879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" name="Рисунок 16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47112" y="4844404"/>
            <a:ext cx="1352739" cy="1343212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1145" y="6225519"/>
            <a:ext cx="177693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>
                <a:solidFill>
                  <a:srgbClr val="DBDBDB"/>
                </a:solidFill>
              </a:rPr>
              <a:t>Спрайты для презентации</a:t>
            </a:r>
          </a:p>
        </p:txBody>
      </p:sp>
      <p:pic>
        <p:nvPicPr>
          <p:cNvPr id="19" name="Рисунок 18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919227" y="4806304"/>
            <a:ext cx="1390844" cy="1400370"/>
          </a:xfrm>
          <a:prstGeom prst="rect">
            <a:avLst/>
          </a:prstGeom>
        </p:spPr>
      </p:pic>
      <p:sp>
        <p:nvSpPr>
          <p:cNvPr id="21" name="Прямоугольник 20"/>
          <p:cNvSpPr/>
          <p:nvPr/>
        </p:nvSpPr>
        <p:spPr>
          <a:xfrm>
            <a:off x="1919227" y="6311900"/>
            <a:ext cx="146123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>
                <a:solidFill>
                  <a:srgbClr val="ABC7F3"/>
                </a:solidFill>
              </a:rPr>
              <a:t>Репозиторий</a:t>
            </a:r>
          </a:p>
        </p:txBody>
      </p:sp>
      <p:sp>
        <p:nvSpPr>
          <p:cNvPr id="30" name="Прямоугольник 29">
            <a:extLst>
              <a:ext uri="{FF2B5EF4-FFF2-40B4-BE49-F238E27FC236}">
                <a16:creationId xmlns:a16="http://schemas.microsoft.com/office/drawing/2014/main" id="{22D3E76B-BD85-8108-0AE7-2D8743C0C377}"/>
              </a:ext>
            </a:extLst>
          </p:cNvPr>
          <p:cNvSpPr/>
          <p:nvPr/>
        </p:nvSpPr>
        <p:spPr>
          <a:xfrm>
            <a:off x="12170002" y="-20135"/>
            <a:ext cx="14461439" cy="6926692"/>
          </a:xfrm>
          <a:prstGeom prst="rect">
            <a:avLst/>
          </a:prstGeom>
          <a:gradFill>
            <a:gsLst>
              <a:gs pos="0">
                <a:schemeClr val="tx1">
                  <a:lumMod val="75000"/>
                  <a:lumOff val="25000"/>
                </a:schemeClr>
              </a:gs>
              <a:gs pos="2112">
                <a:srgbClr val="404040">
                  <a:alpha val="97000"/>
                </a:srgbClr>
              </a:gs>
              <a:gs pos="33000">
                <a:schemeClr val="tx1">
                  <a:lumMod val="75000"/>
                  <a:lumOff val="25000"/>
                  <a:alpha val="86000"/>
                </a:schemeClr>
              </a:gs>
              <a:gs pos="68000">
                <a:schemeClr val="tx1">
                  <a:lumMod val="75000"/>
                  <a:lumOff val="25000"/>
                  <a:alpha val="77000"/>
                </a:schemeClr>
              </a:gs>
              <a:gs pos="100000">
                <a:schemeClr val="tx1">
                  <a:lumMod val="75000"/>
                  <a:lumOff val="25000"/>
                  <a:alpha val="52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33" name="Группа 32">
            <a:extLst>
              <a:ext uri="{FF2B5EF4-FFF2-40B4-BE49-F238E27FC236}">
                <a16:creationId xmlns:a16="http://schemas.microsoft.com/office/drawing/2014/main" id="{2F5C1409-4F0D-E5C1-E348-50DC193BAD65}"/>
              </a:ext>
            </a:extLst>
          </p:cNvPr>
          <p:cNvGrpSpPr/>
          <p:nvPr/>
        </p:nvGrpSpPr>
        <p:grpSpPr>
          <a:xfrm>
            <a:off x="12195599" y="288372"/>
            <a:ext cx="3315406" cy="30171114"/>
            <a:chOff x="9531908" y="-188712"/>
            <a:chExt cx="3315406" cy="30171114"/>
          </a:xfrm>
        </p:grpSpPr>
        <p:grpSp>
          <p:nvGrpSpPr>
            <p:cNvPr id="34" name="Группа 33">
              <a:extLst>
                <a:ext uri="{FF2B5EF4-FFF2-40B4-BE49-F238E27FC236}">
                  <a16:creationId xmlns:a16="http://schemas.microsoft.com/office/drawing/2014/main" id="{94687A1B-FA9A-2DAD-FD4E-13D881C327B9}"/>
                </a:ext>
              </a:extLst>
            </p:cNvPr>
            <p:cNvGrpSpPr/>
            <p:nvPr/>
          </p:nvGrpSpPr>
          <p:grpSpPr>
            <a:xfrm>
              <a:off x="9531908" y="-188712"/>
              <a:ext cx="3315406" cy="30171114"/>
              <a:chOff x="9531908" y="-188712"/>
              <a:chExt cx="3315406" cy="30171114"/>
            </a:xfrm>
          </p:grpSpPr>
          <p:grpSp>
            <p:nvGrpSpPr>
              <p:cNvPr id="37" name="Группа 36">
                <a:extLst>
                  <a:ext uri="{FF2B5EF4-FFF2-40B4-BE49-F238E27FC236}">
                    <a16:creationId xmlns:a16="http://schemas.microsoft.com/office/drawing/2014/main" id="{C766E55A-0C47-A8C7-C5A9-72BBBCDB5F22}"/>
                  </a:ext>
                </a:extLst>
              </p:cNvPr>
              <p:cNvGrpSpPr/>
              <p:nvPr/>
            </p:nvGrpSpPr>
            <p:grpSpPr>
              <a:xfrm>
                <a:off x="9531908" y="-188712"/>
                <a:ext cx="2870560" cy="30171114"/>
                <a:chOff x="9531908" y="-188712"/>
                <a:chExt cx="2870560" cy="30171114"/>
              </a:xfrm>
            </p:grpSpPr>
            <p:grpSp>
              <p:nvGrpSpPr>
                <p:cNvPr id="39" name="Группа 38">
                  <a:extLst>
                    <a:ext uri="{FF2B5EF4-FFF2-40B4-BE49-F238E27FC236}">
                      <a16:creationId xmlns:a16="http://schemas.microsoft.com/office/drawing/2014/main" id="{33DBB938-5D12-8BDD-349D-167F3574D9A8}"/>
                    </a:ext>
                  </a:extLst>
                </p:cNvPr>
                <p:cNvGrpSpPr/>
                <p:nvPr/>
              </p:nvGrpSpPr>
              <p:grpSpPr>
                <a:xfrm>
                  <a:off x="9531908" y="-188712"/>
                  <a:ext cx="2660822" cy="30171114"/>
                  <a:chOff x="9531908" y="-188712"/>
                  <a:chExt cx="2660822" cy="30171114"/>
                </a:xfrm>
              </p:grpSpPr>
              <p:sp>
                <p:nvSpPr>
                  <p:cNvPr id="41" name="Прямоугольник 40">
                    <a:extLst>
                      <a:ext uri="{FF2B5EF4-FFF2-40B4-BE49-F238E27FC236}">
                        <a16:creationId xmlns:a16="http://schemas.microsoft.com/office/drawing/2014/main" id="{AACA0E51-65C4-C4C5-1D7B-84C07A93E276}"/>
                      </a:ext>
                    </a:extLst>
                  </p:cNvPr>
                  <p:cNvSpPr/>
                  <p:nvPr/>
                </p:nvSpPr>
                <p:spPr>
                  <a:xfrm>
                    <a:off x="9531908" y="-188712"/>
                    <a:ext cx="2660822" cy="30171114"/>
                  </a:xfrm>
                  <a:prstGeom prst="rect">
                    <a:avLst/>
                  </a:prstGeom>
                  <a:solidFill>
                    <a:srgbClr val="29262B"/>
                  </a:solidFill>
                  <a:ln>
                    <a:solidFill>
                      <a:srgbClr val="29262B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----</a:t>
                    </a: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1</a:t>
                    </a: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----</a:t>
                    </a:r>
                  </a:p>
                  <a:p>
                    <a:pPr algn="ctr"/>
                    <a:endParaRPr lang="en-US" sz="9600" dirty="0">
                      <a:latin typeface="Bahnschrift SemiBold" panose="020B0502040204020203" pitchFamily="34" charset="0"/>
                    </a:endParaRP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----</a:t>
                    </a: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2</a:t>
                    </a: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----</a:t>
                    </a:r>
                  </a:p>
                  <a:p>
                    <a:pPr algn="ctr"/>
                    <a:endParaRPr lang="en-US" sz="9600" dirty="0">
                      <a:latin typeface="Bahnschrift SemiBold" panose="020B0502040204020203" pitchFamily="34" charset="0"/>
                    </a:endParaRP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----</a:t>
                    </a: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3</a:t>
                    </a: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----</a:t>
                    </a:r>
                  </a:p>
                  <a:p>
                    <a:pPr algn="ctr"/>
                    <a:endParaRPr lang="en-US" sz="9600" dirty="0">
                      <a:latin typeface="Bahnschrift SemiBold" panose="020B0502040204020203" pitchFamily="34" charset="0"/>
                    </a:endParaRP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----</a:t>
                    </a: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4</a:t>
                    </a: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----</a:t>
                    </a:r>
                  </a:p>
                  <a:p>
                    <a:pPr algn="ctr"/>
                    <a:endParaRPr lang="en-US" sz="9600" dirty="0">
                      <a:latin typeface="Bahnschrift SemiBold" panose="020B0502040204020203" pitchFamily="34" charset="0"/>
                    </a:endParaRP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----</a:t>
                    </a: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5</a:t>
                    </a: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----</a:t>
                    </a:r>
                  </a:p>
                </p:txBody>
              </p:sp>
              <p:sp>
                <p:nvSpPr>
                  <p:cNvPr id="42" name="TextBox 41">
                    <a:extLst>
                      <a:ext uri="{FF2B5EF4-FFF2-40B4-BE49-F238E27FC236}">
                        <a16:creationId xmlns:a16="http://schemas.microsoft.com/office/drawing/2014/main" id="{13F18CBE-A2B5-7C9F-ECCB-5D8832ED5E73}"/>
                      </a:ext>
                    </a:extLst>
                  </p:cNvPr>
                  <p:cNvSpPr txBox="1"/>
                  <p:nvPr/>
                </p:nvSpPr>
                <p:spPr>
                  <a:xfrm>
                    <a:off x="10072508" y="307734"/>
                    <a:ext cx="1937027" cy="1015663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ru-RU" sz="6000" dirty="0">
                        <a:solidFill>
                          <a:schemeClr val="bg1"/>
                        </a:solidFill>
                      </a:rPr>
                      <a:t>Что?</a:t>
                    </a:r>
                  </a:p>
                </p:txBody>
              </p:sp>
            </p:grpSp>
            <p:sp>
              <p:nvSpPr>
                <p:cNvPr id="40" name="TextBox 39">
                  <a:extLst>
                    <a:ext uri="{FF2B5EF4-FFF2-40B4-BE49-F238E27FC236}">
                      <a16:creationId xmlns:a16="http://schemas.microsoft.com/office/drawing/2014/main" id="{6E9C87A2-7289-191B-1EF1-7FA4366B163E}"/>
                    </a:ext>
                  </a:extLst>
                </p:cNvPr>
                <p:cNvSpPr txBox="1"/>
                <p:nvPr/>
              </p:nvSpPr>
              <p:spPr>
                <a:xfrm>
                  <a:off x="9679573" y="6150071"/>
                  <a:ext cx="2722895" cy="1015663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ru-RU" sz="6000" dirty="0">
                      <a:solidFill>
                        <a:schemeClr val="bg1"/>
                      </a:solidFill>
                    </a:rPr>
                    <a:t>Зачем?</a:t>
                  </a:r>
                </a:p>
              </p:txBody>
            </p:sp>
          </p:grpSp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81A8780B-683E-0AF4-6C79-F15EE26A1DF6}"/>
                  </a:ext>
                </a:extLst>
              </p:cNvPr>
              <p:cNvSpPr txBox="1"/>
              <p:nvPr/>
            </p:nvSpPr>
            <p:spPr>
              <a:xfrm>
                <a:off x="10124419" y="12203508"/>
                <a:ext cx="2722895" cy="101566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ru-RU" sz="6000" dirty="0">
                    <a:solidFill>
                      <a:schemeClr val="bg1"/>
                    </a:solidFill>
                  </a:rPr>
                  <a:t>Где?</a:t>
                </a:r>
              </a:p>
            </p:txBody>
          </p:sp>
        </p:grp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6C797C43-5F2E-D148-091E-DD07FED99103}"/>
                </a:ext>
              </a:extLst>
            </p:cNvPr>
            <p:cNvSpPr txBox="1"/>
            <p:nvPr/>
          </p:nvSpPr>
          <p:spPr>
            <a:xfrm>
              <a:off x="9778428" y="17786134"/>
              <a:ext cx="2722895" cy="10156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ru-RU" sz="6000" dirty="0">
                  <a:solidFill>
                    <a:schemeClr val="bg1"/>
                  </a:solidFill>
                </a:rPr>
                <a:t>Когда?</a:t>
              </a:r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89A12409-673C-F522-F76D-2F70D462F0EC}"/>
                </a:ext>
              </a:extLst>
            </p:cNvPr>
            <p:cNvSpPr txBox="1"/>
            <p:nvPr/>
          </p:nvSpPr>
          <p:spPr>
            <a:xfrm>
              <a:off x="10124419" y="23753105"/>
              <a:ext cx="2722895" cy="10156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ru-RU" sz="6000" dirty="0">
                  <a:solidFill>
                    <a:schemeClr val="bg1"/>
                  </a:solidFill>
                </a:rPr>
                <a:t>Кто?</a:t>
              </a:r>
            </a:p>
          </p:txBody>
        </p:sp>
      </p:grpSp>
      <p:sp>
        <p:nvSpPr>
          <p:cNvPr id="43" name="Прямоугольник 42">
            <a:extLst>
              <a:ext uri="{FF2B5EF4-FFF2-40B4-BE49-F238E27FC236}">
                <a16:creationId xmlns:a16="http://schemas.microsoft.com/office/drawing/2014/main" id="{7F02898E-D146-1078-AFEF-7D10086AD276}"/>
              </a:ext>
            </a:extLst>
          </p:cNvPr>
          <p:cNvSpPr/>
          <p:nvPr/>
        </p:nvSpPr>
        <p:spPr>
          <a:xfrm>
            <a:off x="12194870" y="-2146852"/>
            <a:ext cx="2660822" cy="2435224"/>
          </a:xfrm>
          <a:prstGeom prst="rect">
            <a:avLst/>
          </a:prstGeom>
          <a:solidFill>
            <a:srgbClr val="29262B"/>
          </a:solidFill>
          <a:ln>
            <a:solidFill>
              <a:srgbClr val="29262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758E22E-BE05-4F4D-D4E0-6E268FC83D45}"/>
              </a:ext>
            </a:extLst>
          </p:cNvPr>
          <p:cNvSpPr txBox="1"/>
          <p:nvPr/>
        </p:nvSpPr>
        <p:spPr>
          <a:xfrm>
            <a:off x="1217560" y="2112831"/>
            <a:ext cx="10334262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Сервис для про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верки новостей и </a:t>
            </a:r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поиска ссылок</a:t>
            </a:r>
            <a:r>
              <a:rPr lang="ru-RU" sz="4000" dirty="0">
                <a:latin typeface="Arial Black" panose="020B0A04020102020204" pitchFamily="34" charset="0"/>
              </a:rPr>
              <a:t> 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на достоверную </a:t>
            </a:r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информацию.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6606A4C-705D-2F38-196F-6FA623A7AD45}"/>
              </a:ext>
            </a:extLst>
          </p:cNvPr>
          <p:cNvSpPr txBox="1"/>
          <p:nvPr/>
        </p:nvSpPr>
        <p:spPr>
          <a:xfrm>
            <a:off x="189595" y="7150776"/>
            <a:ext cx="9211768" cy="31700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Автоматич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еская</a:t>
            </a:r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 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система</a:t>
            </a:r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 верифик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ации и</a:t>
            </a:r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 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сравнения</a:t>
            </a:r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 новостн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ой</a:t>
            </a:r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 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статьи</a:t>
            </a:r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 пользова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теля</a:t>
            </a:r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 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с</a:t>
            </a:r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 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достоверными</a:t>
            </a:r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 источник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ами.</a:t>
            </a:r>
          </a:p>
        </p:txBody>
      </p:sp>
    </p:spTree>
    <p:extLst>
      <p:ext uri="{BB962C8B-B14F-4D97-AF65-F5344CB8AC3E}">
        <p14:creationId xmlns:p14="http://schemas.microsoft.com/office/powerpoint/2010/main" val="11388343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8" descr="Обои газета (79 фото) - красивые картинки и HD фото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2" name="Группа 1">
            <a:extLst>
              <a:ext uri="{FF2B5EF4-FFF2-40B4-BE49-F238E27FC236}">
                <a16:creationId xmlns:a16="http://schemas.microsoft.com/office/drawing/2014/main" id="{BF87CF65-A8CD-C9D1-8020-E25BDAE0787F}"/>
              </a:ext>
            </a:extLst>
          </p:cNvPr>
          <p:cNvGrpSpPr/>
          <p:nvPr/>
        </p:nvGrpSpPr>
        <p:grpSpPr>
          <a:xfrm>
            <a:off x="-2635378" y="0"/>
            <a:ext cx="12192000" cy="6858000"/>
            <a:chOff x="-1" y="0"/>
            <a:chExt cx="12192000" cy="6858000"/>
          </a:xfrm>
        </p:grpSpPr>
        <p:sp>
          <p:nvSpPr>
            <p:cNvPr id="3" name="Прямоугольник 2">
              <a:extLst>
                <a:ext uri="{FF2B5EF4-FFF2-40B4-BE49-F238E27FC236}">
                  <a16:creationId xmlns:a16="http://schemas.microsoft.com/office/drawing/2014/main" id="{FFBF0328-9653-B1CD-3CA1-671F431B9481}"/>
                </a:ext>
              </a:extLst>
            </p:cNvPr>
            <p:cNvSpPr/>
            <p:nvPr/>
          </p:nvSpPr>
          <p:spPr>
            <a:xfrm>
              <a:off x="-1" y="0"/>
              <a:ext cx="12192000" cy="6858000"/>
            </a:xfrm>
            <a:prstGeom prst="rect">
              <a:avLst/>
            </a:prstGeom>
            <a:gradFill>
              <a:gsLst>
                <a:gs pos="0">
                  <a:schemeClr val="tx1">
                    <a:lumMod val="75000"/>
                    <a:lumOff val="25000"/>
                  </a:schemeClr>
                </a:gs>
                <a:gs pos="2112">
                  <a:srgbClr val="404040">
                    <a:alpha val="97000"/>
                  </a:srgbClr>
                </a:gs>
                <a:gs pos="33000">
                  <a:schemeClr val="tx1">
                    <a:lumMod val="75000"/>
                    <a:lumOff val="25000"/>
                    <a:alpha val="86000"/>
                  </a:schemeClr>
                </a:gs>
                <a:gs pos="68000">
                  <a:schemeClr val="tx1">
                    <a:lumMod val="75000"/>
                    <a:lumOff val="25000"/>
                    <a:alpha val="77000"/>
                  </a:schemeClr>
                </a:gs>
                <a:gs pos="100000">
                  <a:schemeClr val="tx1">
                    <a:lumMod val="75000"/>
                    <a:lumOff val="25000"/>
                    <a:alpha val="52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pic>
          <p:nvPicPr>
            <p:cNvPr id="9" name="Picture 2" descr="https://dead-god.ru/wp-content/uploads/2021/11/183.png">
              <a:extLst>
                <a:ext uri="{FF2B5EF4-FFF2-40B4-BE49-F238E27FC236}">
                  <a16:creationId xmlns:a16="http://schemas.microsoft.com/office/drawing/2014/main" id="{AC18C9BC-73F2-5E83-71A1-BBE3ADF1F02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rot="20329685">
              <a:off x="3036194" y="443917"/>
              <a:ext cx="859286" cy="85928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23B2F48B-947C-E876-F845-9805F4ED523B}"/>
                </a:ext>
              </a:extLst>
            </p:cNvPr>
            <p:cNvSpPr txBox="1"/>
            <p:nvPr/>
          </p:nvSpPr>
          <p:spPr>
            <a:xfrm>
              <a:off x="3965788" y="456484"/>
              <a:ext cx="4383388" cy="70788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sz="4000" dirty="0">
                  <a:solidFill>
                    <a:srgbClr val="B1B2B2"/>
                  </a:solidFill>
                  <a:latin typeface="Arial Black" panose="020B0A04020102020204" pitchFamily="34" charset="0"/>
                </a:rPr>
                <a:t>News </a:t>
              </a:r>
              <a:r>
                <a:rPr lang="en-US" sz="4000" dirty="0">
                  <a:solidFill>
                    <a:srgbClr val="ABC7F3"/>
                  </a:solidFill>
                  <a:latin typeface="Arial Black" panose="020B0A04020102020204" pitchFamily="34" charset="0"/>
                </a:rPr>
                <a:t>Checker</a:t>
              </a:r>
              <a:endParaRPr lang="ru-RU" sz="4000" dirty="0">
                <a:solidFill>
                  <a:srgbClr val="ABC7F3"/>
                </a:solidFill>
                <a:latin typeface="Arial Black" panose="020B0A04020102020204" pitchFamily="34" charset="0"/>
              </a:endParaRPr>
            </a:p>
          </p:txBody>
        </p:sp>
        <p:pic>
          <p:nvPicPr>
            <p:cNvPr id="11" name="Picture 2" descr="https://dead-god.ru/wp-content/uploads/2021/11/23-5.png">
              <a:extLst>
                <a:ext uri="{FF2B5EF4-FFF2-40B4-BE49-F238E27FC236}">
                  <a16:creationId xmlns:a16="http://schemas.microsoft.com/office/drawing/2014/main" id="{7B3C33C1-FAF4-E25A-8253-620E260F743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rot="773143">
              <a:off x="8230730" y="370715"/>
              <a:ext cx="656637" cy="8129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8433E0A8-B513-74DB-9CF9-9E8967516803}"/>
              </a:ext>
            </a:extLst>
          </p:cNvPr>
          <p:cNvSpPr/>
          <p:nvPr/>
        </p:nvSpPr>
        <p:spPr>
          <a:xfrm>
            <a:off x="9506464" y="0"/>
            <a:ext cx="14461439" cy="6858000"/>
          </a:xfrm>
          <a:prstGeom prst="rect">
            <a:avLst/>
          </a:prstGeom>
          <a:gradFill>
            <a:gsLst>
              <a:gs pos="0">
                <a:schemeClr val="tx1">
                  <a:lumMod val="75000"/>
                  <a:lumOff val="25000"/>
                </a:schemeClr>
              </a:gs>
              <a:gs pos="2112">
                <a:srgbClr val="404040">
                  <a:alpha val="97000"/>
                </a:srgbClr>
              </a:gs>
              <a:gs pos="33000">
                <a:schemeClr val="tx1">
                  <a:lumMod val="75000"/>
                  <a:lumOff val="25000"/>
                  <a:alpha val="86000"/>
                </a:schemeClr>
              </a:gs>
              <a:gs pos="68000">
                <a:schemeClr val="tx1">
                  <a:lumMod val="75000"/>
                  <a:lumOff val="25000"/>
                  <a:alpha val="77000"/>
                </a:schemeClr>
              </a:gs>
              <a:gs pos="100000">
                <a:schemeClr val="tx1">
                  <a:lumMod val="75000"/>
                  <a:lumOff val="25000"/>
                  <a:alpha val="52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8" name="Прямоугольник 17">
            <a:extLst>
              <a:ext uri="{FF2B5EF4-FFF2-40B4-BE49-F238E27FC236}">
                <a16:creationId xmlns:a16="http://schemas.microsoft.com/office/drawing/2014/main" id="{29163804-27D1-14C2-9917-9632ED58E6B9}"/>
              </a:ext>
            </a:extLst>
          </p:cNvPr>
          <p:cNvSpPr/>
          <p:nvPr/>
        </p:nvSpPr>
        <p:spPr>
          <a:xfrm>
            <a:off x="-11664783" y="-682354"/>
            <a:ext cx="11344643" cy="696250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20" name="Прямая соединительная линия 19">
            <a:extLst>
              <a:ext uri="{FF2B5EF4-FFF2-40B4-BE49-F238E27FC236}">
                <a16:creationId xmlns:a16="http://schemas.microsoft.com/office/drawing/2014/main" id="{30A8BD8D-5C4D-D5CB-A002-ACFA83B7F57A}"/>
              </a:ext>
            </a:extLst>
          </p:cNvPr>
          <p:cNvCxnSpPr/>
          <p:nvPr/>
        </p:nvCxnSpPr>
        <p:spPr>
          <a:xfrm>
            <a:off x="-6481341" y="1324873"/>
            <a:ext cx="0" cy="608430"/>
          </a:xfrm>
          <a:prstGeom prst="line">
            <a:avLst/>
          </a:prstGeom>
          <a:ln w="76200">
            <a:solidFill>
              <a:srgbClr val="B1B2B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3" name="Рисунок 22">
            <a:extLst>
              <a:ext uri="{FF2B5EF4-FFF2-40B4-BE49-F238E27FC236}">
                <a16:creationId xmlns:a16="http://schemas.microsoft.com/office/drawing/2014/main" id="{5F0A84D3-075F-2D0C-A6B6-93E4BBF0314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11517671" y="4844404"/>
            <a:ext cx="1352739" cy="1343212"/>
          </a:xfrm>
          <a:prstGeom prst="rect">
            <a:avLst/>
          </a:prstGeom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4B0E163C-9F9D-5CAE-2745-B952FD2C6531}"/>
              </a:ext>
            </a:extLst>
          </p:cNvPr>
          <p:cNvSpPr txBox="1"/>
          <p:nvPr/>
        </p:nvSpPr>
        <p:spPr>
          <a:xfrm>
            <a:off x="-11593638" y="6225519"/>
            <a:ext cx="177693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>
                <a:solidFill>
                  <a:srgbClr val="DBDBDB"/>
                </a:solidFill>
              </a:rPr>
              <a:t>Спрайты для презентации</a:t>
            </a:r>
          </a:p>
        </p:txBody>
      </p:sp>
      <p:pic>
        <p:nvPicPr>
          <p:cNvPr id="25" name="Рисунок 24">
            <a:extLst>
              <a:ext uri="{FF2B5EF4-FFF2-40B4-BE49-F238E27FC236}">
                <a16:creationId xmlns:a16="http://schemas.microsoft.com/office/drawing/2014/main" id="{3C08B743-C9D8-ADD4-57B0-A1DAF9451A1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9745556" y="4806304"/>
            <a:ext cx="1390844" cy="1400370"/>
          </a:xfrm>
          <a:prstGeom prst="rect">
            <a:avLst/>
          </a:prstGeom>
        </p:spPr>
      </p:pic>
      <p:sp>
        <p:nvSpPr>
          <p:cNvPr id="26" name="Прямоугольник 25">
            <a:extLst>
              <a:ext uri="{FF2B5EF4-FFF2-40B4-BE49-F238E27FC236}">
                <a16:creationId xmlns:a16="http://schemas.microsoft.com/office/drawing/2014/main" id="{0CF76B75-3A8D-E3CC-4DDA-6666F7447982}"/>
              </a:ext>
            </a:extLst>
          </p:cNvPr>
          <p:cNvSpPr/>
          <p:nvPr/>
        </p:nvSpPr>
        <p:spPr>
          <a:xfrm>
            <a:off x="-9745556" y="6311900"/>
            <a:ext cx="146123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>
                <a:solidFill>
                  <a:srgbClr val="ABC7F3"/>
                </a:solidFill>
              </a:rPr>
              <a:t>Репозиторий</a:t>
            </a:r>
          </a:p>
        </p:txBody>
      </p:sp>
      <p:grpSp>
        <p:nvGrpSpPr>
          <p:cNvPr id="42" name="Группа 41">
            <a:extLst>
              <a:ext uri="{FF2B5EF4-FFF2-40B4-BE49-F238E27FC236}">
                <a16:creationId xmlns:a16="http://schemas.microsoft.com/office/drawing/2014/main" id="{BCF4A842-882F-5CA5-4265-3F6462F2F30D}"/>
              </a:ext>
            </a:extLst>
          </p:cNvPr>
          <p:cNvGrpSpPr/>
          <p:nvPr/>
        </p:nvGrpSpPr>
        <p:grpSpPr>
          <a:xfrm>
            <a:off x="9531908" y="288372"/>
            <a:ext cx="3315406" cy="30171114"/>
            <a:chOff x="9531908" y="-188712"/>
            <a:chExt cx="3315406" cy="30171114"/>
          </a:xfrm>
        </p:grpSpPr>
        <p:grpSp>
          <p:nvGrpSpPr>
            <p:cNvPr id="39" name="Группа 38">
              <a:extLst>
                <a:ext uri="{FF2B5EF4-FFF2-40B4-BE49-F238E27FC236}">
                  <a16:creationId xmlns:a16="http://schemas.microsoft.com/office/drawing/2014/main" id="{7219B1B3-6B1A-7CE9-8D1D-531589D002DD}"/>
                </a:ext>
              </a:extLst>
            </p:cNvPr>
            <p:cNvGrpSpPr/>
            <p:nvPr/>
          </p:nvGrpSpPr>
          <p:grpSpPr>
            <a:xfrm>
              <a:off x="9531908" y="-188712"/>
              <a:ext cx="3315406" cy="30171114"/>
              <a:chOff x="9531908" y="-188712"/>
              <a:chExt cx="3315406" cy="30171114"/>
            </a:xfrm>
          </p:grpSpPr>
          <p:grpSp>
            <p:nvGrpSpPr>
              <p:cNvPr id="38" name="Группа 37">
                <a:extLst>
                  <a:ext uri="{FF2B5EF4-FFF2-40B4-BE49-F238E27FC236}">
                    <a16:creationId xmlns:a16="http://schemas.microsoft.com/office/drawing/2014/main" id="{BFED8382-7F41-5292-7C8B-09A07B746FBE}"/>
                  </a:ext>
                </a:extLst>
              </p:cNvPr>
              <p:cNvGrpSpPr/>
              <p:nvPr/>
            </p:nvGrpSpPr>
            <p:grpSpPr>
              <a:xfrm>
                <a:off x="9531908" y="-188712"/>
                <a:ext cx="2870560" cy="30171114"/>
                <a:chOff x="9531908" y="-188712"/>
                <a:chExt cx="2870560" cy="30171114"/>
              </a:xfrm>
            </p:grpSpPr>
            <p:grpSp>
              <p:nvGrpSpPr>
                <p:cNvPr id="34" name="Группа 33">
                  <a:extLst>
                    <a:ext uri="{FF2B5EF4-FFF2-40B4-BE49-F238E27FC236}">
                      <a16:creationId xmlns:a16="http://schemas.microsoft.com/office/drawing/2014/main" id="{EA0CEBE4-58FC-9AE5-3BAA-C222D8F4E4EA}"/>
                    </a:ext>
                  </a:extLst>
                </p:cNvPr>
                <p:cNvGrpSpPr/>
                <p:nvPr/>
              </p:nvGrpSpPr>
              <p:grpSpPr>
                <a:xfrm>
                  <a:off x="9531908" y="-188712"/>
                  <a:ext cx="2660822" cy="30171114"/>
                  <a:chOff x="9531908" y="-188712"/>
                  <a:chExt cx="2660822" cy="30171114"/>
                </a:xfrm>
              </p:grpSpPr>
              <p:sp>
                <p:nvSpPr>
                  <p:cNvPr id="29" name="Прямоугольник 28">
                    <a:extLst>
                      <a:ext uri="{FF2B5EF4-FFF2-40B4-BE49-F238E27FC236}">
                        <a16:creationId xmlns:a16="http://schemas.microsoft.com/office/drawing/2014/main" id="{B5FDA513-D5B0-024C-1F02-6EC3D25F46C0}"/>
                      </a:ext>
                    </a:extLst>
                  </p:cNvPr>
                  <p:cNvSpPr/>
                  <p:nvPr/>
                </p:nvSpPr>
                <p:spPr>
                  <a:xfrm>
                    <a:off x="9531908" y="-188712"/>
                    <a:ext cx="2660822" cy="30171114"/>
                  </a:xfrm>
                  <a:prstGeom prst="rect">
                    <a:avLst/>
                  </a:prstGeom>
                  <a:solidFill>
                    <a:srgbClr val="29262B"/>
                  </a:solidFill>
                  <a:ln>
                    <a:solidFill>
                      <a:srgbClr val="29262B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----</a:t>
                    </a: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1</a:t>
                    </a: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----</a:t>
                    </a:r>
                  </a:p>
                  <a:p>
                    <a:pPr algn="ctr"/>
                    <a:endParaRPr lang="en-US" sz="9600" dirty="0">
                      <a:latin typeface="Bahnschrift SemiBold" panose="020B0502040204020203" pitchFamily="34" charset="0"/>
                    </a:endParaRP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----</a:t>
                    </a: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2</a:t>
                    </a: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----</a:t>
                    </a:r>
                  </a:p>
                  <a:p>
                    <a:pPr algn="ctr"/>
                    <a:endParaRPr lang="en-US" sz="9600" dirty="0">
                      <a:latin typeface="Bahnschrift SemiBold" panose="020B0502040204020203" pitchFamily="34" charset="0"/>
                    </a:endParaRP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----</a:t>
                    </a: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3</a:t>
                    </a: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----</a:t>
                    </a:r>
                  </a:p>
                  <a:p>
                    <a:pPr algn="ctr"/>
                    <a:endParaRPr lang="en-US" sz="9600" dirty="0">
                      <a:latin typeface="Bahnschrift SemiBold" panose="020B0502040204020203" pitchFamily="34" charset="0"/>
                    </a:endParaRP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----</a:t>
                    </a: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4</a:t>
                    </a: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----</a:t>
                    </a:r>
                  </a:p>
                  <a:p>
                    <a:pPr algn="ctr"/>
                    <a:endParaRPr lang="en-US" sz="9600" dirty="0">
                      <a:latin typeface="Bahnschrift SemiBold" panose="020B0502040204020203" pitchFamily="34" charset="0"/>
                    </a:endParaRP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----</a:t>
                    </a: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5</a:t>
                    </a: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----</a:t>
                    </a:r>
                  </a:p>
                </p:txBody>
              </p:sp>
              <p:sp>
                <p:nvSpPr>
                  <p:cNvPr id="33" name="TextBox 32">
                    <a:extLst>
                      <a:ext uri="{FF2B5EF4-FFF2-40B4-BE49-F238E27FC236}">
                        <a16:creationId xmlns:a16="http://schemas.microsoft.com/office/drawing/2014/main" id="{029FCB31-72FA-DAA2-E018-FA8A36FF064D}"/>
                      </a:ext>
                    </a:extLst>
                  </p:cNvPr>
                  <p:cNvSpPr txBox="1"/>
                  <p:nvPr/>
                </p:nvSpPr>
                <p:spPr>
                  <a:xfrm>
                    <a:off x="10072508" y="307734"/>
                    <a:ext cx="1937027" cy="1015663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ru-RU" sz="6000" dirty="0">
                        <a:solidFill>
                          <a:schemeClr val="bg1"/>
                        </a:solidFill>
                      </a:rPr>
                      <a:t>Что?</a:t>
                    </a:r>
                  </a:p>
                </p:txBody>
              </p:sp>
            </p:grpSp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5E4D6C8F-F2BF-D6EA-7240-53E556FF1EBF}"/>
                    </a:ext>
                  </a:extLst>
                </p:cNvPr>
                <p:cNvSpPr txBox="1"/>
                <p:nvPr/>
              </p:nvSpPr>
              <p:spPr>
                <a:xfrm>
                  <a:off x="9679573" y="6150071"/>
                  <a:ext cx="2722895" cy="1015663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ru-RU" sz="6000" dirty="0">
                      <a:solidFill>
                        <a:schemeClr val="bg1"/>
                      </a:solidFill>
                    </a:rPr>
                    <a:t>Зачем?</a:t>
                  </a:r>
                </a:p>
              </p:txBody>
            </p:sp>
          </p:grpSp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93AD2227-CE8D-E102-4C03-45C777FD7B25}"/>
                  </a:ext>
                </a:extLst>
              </p:cNvPr>
              <p:cNvSpPr txBox="1"/>
              <p:nvPr/>
            </p:nvSpPr>
            <p:spPr>
              <a:xfrm>
                <a:off x="10124419" y="12203508"/>
                <a:ext cx="2722895" cy="101566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ru-RU" sz="6000" dirty="0">
                    <a:solidFill>
                      <a:schemeClr val="bg1"/>
                    </a:solidFill>
                  </a:rPr>
                  <a:t>Где?</a:t>
                </a:r>
              </a:p>
            </p:txBody>
          </p:sp>
        </p:grp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E4DFE221-89D8-0C8D-D2A9-9C05B39CC36E}"/>
                </a:ext>
              </a:extLst>
            </p:cNvPr>
            <p:cNvSpPr txBox="1"/>
            <p:nvPr/>
          </p:nvSpPr>
          <p:spPr>
            <a:xfrm>
              <a:off x="9778428" y="17786134"/>
              <a:ext cx="2722895" cy="10156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ru-RU" sz="6000" dirty="0">
                  <a:solidFill>
                    <a:schemeClr val="bg1"/>
                  </a:solidFill>
                </a:rPr>
                <a:t>Когда?</a:t>
              </a:r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6EDA42CB-2F7E-1F1A-24CC-61BDCCE83770}"/>
                </a:ext>
              </a:extLst>
            </p:cNvPr>
            <p:cNvSpPr txBox="1"/>
            <p:nvPr/>
          </p:nvSpPr>
          <p:spPr>
            <a:xfrm>
              <a:off x="10124419" y="23753105"/>
              <a:ext cx="2722895" cy="10156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ru-RU" sz="6000" dirty="0">
                  <a:solidFill>
                    <a:schemeClr val="bg1"/>
                  </a:solidFill>
                </a:rPr>
                <a:t>Кто?</a:t>
              </a:r>
            </a:p>
          </p:txBody>
        </p:sp>
      </p:grpSp>
      <p:sp>
        <p:nvSpPr>
          <p:cNvPr id="44" name="Прямоугольник 43">
            <a:extLst>
              <a:ext uri="{FF2B5EF4-FFF2-40B4-BE49-F238E27FC236}">
                <a16:creationId xmlns:a16="http://schemas.microsoft.com/office/drawing/2014/main" id="{2C5E7561-6D72-F770-FA5C-FAB7C17C5572}"/>
              </a:ext>
            </a:extLst>
          </p:cNvPr>
          <p:cNvSpPr/>
          <p:nvPr/>
        </p:nvSpPr>
        <p:spPr>
          <a:xfrm>
            <a:off x="9531179" y="-2146852"/>
            <a:ext cx="2660822" cy="2435224"/>
          </a:xfrm>
          <a:prstGeom prst="rect">
            <a:avLst/>
          </a:prstGeom>
          <a:solidFill>
            <a:srgbClr val="29262B"/>
          </a:solidFill>
          <a:ln>
            <a:solidFill>
              <a:srgbClr val="29262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D509B33-0403-A1F6-73EA-7209409CA4BD}"/>
              </a:ext>
            </a:extLst>
          </p:cNvPr>
          <p:cNvSpPr txBox="1"/>
          <p:nvPr/>
        </p:nvSpPr>
        <p:spPr>
          <a:xfrm>
            <a:off x="207180" y="1945731"/>
            <a:ext cx="9211768" cy="31700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Автоматич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еская</a:t>
            </a:r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 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система</a:t>
            </a:r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 верифик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ации и</a:t>
            </a:r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 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сравнения</a:t>
            </a:r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 новостн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ой</a:t>
            </a:r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 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статьи</a:t>
            </a:r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 пользова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теля</a:t>
            </a:r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 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с</a:t>
            </a:r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 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достоверными</a:t>
            </a:r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 источник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ами.</a:t>
            </a:r>
          </a:p>
        </p:txBody>
      </p:sp>
      <p:pic>
        <p:nvPicPr>
          <p:cNvPr id="5" name="Picture 2" descr="https://dead-god.ru/wp-content/uploads/2021/11/29-3.png">
            <a:extLst>
              <a:ext uri="{FF2B5EF4-FFF2-40B4-BE49-F238E27FC236}">
                <a16:creationId xmlns:a16="http://schemas.microsoft.com/office/drawing/2014/main" id="{AFA5ADFA-FBD5-5CDF-B5EB-8D02D555D2F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11783710" y="1324873"/>
            <a:ext cx="798098" cy="9121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4" descr="https://dead-god.ru/wp-content/uploads/2021/11/50-2.png">
            <a:extLst>
              <a:ext uri="{FF2B5EF4-FFF2-40B4-BE49-F238E27FC236}">
                <a16:creationId xmlns:a16="http://schemas.microsoft.com/office/drawing/2014/main" id="{D88E232A-9A98-6DF4-5233-28E15F90957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620394">
            <a:off x="-1967150" y="3492758"/>
            <a:ext cx="746455" cy="7879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71CF8D25-412B-EC7F-1937-CE62B43B2476}"/>
              </a:ext>
            </a:extLst>
          </p:cNvPr>
          <p:cNvSpPr txBox="1"/>
          <p:nvPr/>
        </p:nvSpPr>
        <p:spPr>
          <a:xfrm>
            <a:off x="-11197171" y="2112831"/>
            <a:ext cx="10334262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Сервис для про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верки новостей и </a:t>
            </a:r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поиска ссылок</a:t>
            </a:r>
            <a:r>
              <a:rPr lang="ru-RU" sz="4000" dirty="0">
                <a:latin typeface="Arial Black" panose="020B0A04020102020204" pitchFamily="34" charset="0"/>
              </a:rPr>
              <a:t> 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на достоверную </a:t>
            </a:r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информацию.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1601BF5-4B25-643D-6516-AC6F152B9EF7}"/>
              </a:ext>
            </a:extLst>
          </p:cNvPr>
          <p:cNvSpPr txBox="1"/>
          <p:nvPr/>
        </p:nvSpPr>
        <p:spPr>
          <a:xfrm>
            <a:off x="201318" y="6916319"/>
            <a:ext cx="9211768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Проект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 </a:t>
            </a:r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со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здан для помощи </a:t>
            </a:r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людям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 </a:t>
            </a:r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кот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орые не способны </a:t>
            </a:r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различать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 настоящие от </a:t>
            </a:r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фейковых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 новостей.</a:t>
            </a:r>
          </a:p>
        </p:txBody>
      </p:sp>
    </p:spTree>
    <p:extLst>
      <p:ext uri="{BB962C8B-B14F-4D97-AF65-F5344CB8AC3E}">
        <p14:creationId xmlns:p14="http://schemas.microsoft.com/office/powerpoint/2010/main" val="12785799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8" descr="Обои газета (79 фото) - красивые картинки и HD фото">
            <a:extLst>
              <a:ext uri="{FF2B5EF4-FFF2-40B4-BE49-F238E27FC236}">
                <a16:creationId xmlns:a16="http://schemas.microsoft.com/office/drawing/2014/main" id="{3D5E6445-5A64-DB21-6817-3D2DEE5DD22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2797AF98-3F05-F9B6-D14E-5F9CBF0B3F57}"/>
              </a:ext>
            </a:extLst>
          </p:cNvPr>
          <p:cNvSpPr/>
          <p:nvPr/>
        </p:nvSpPr>
        <p:spPr>
          <a:xfrm>
            <a:off x="9506464" y="0"/>
            <a:ext cx="14461439" cy="6858000"/>
          </a:xfrm>
          <a:prstGeom prst="rect">
            <a:avLst/>
          </a:prstGeom>
          <a:gradFill>
            <a:gsLst>
              <a:gs pos="0">
                <a:schemeClr val="tx1">
                  <a:lumMod val="75000"/>
                  <a:lumOff val="25000"/>
                </a:schemeClr>
              </a:gs>
              <a:gs pos="2112">
                <a:srgbClr val="404040">
                  <a:alpha val="97000"/>
                </a:srgbClr>
              </a:gs>
              <a:gs pos="33000">
                <a:schemeClr val="tx1">
                  <a:lumMod val="75000"/>
                  <a:lumOff val="25000"/>
                  <a:alpha val="86000"/>
                </a:schemeClr>
              </a:gs>
              <a:gs pos="68000">
                <a:schemeClr val="tx1">
                  <a:lumMod val="75000"/>
                  <a:lumOff val="25000"/>
                  <a:alpha val="77000"/>
                </a:schemeClr>
              </a:gs>
              <a:gs pos="100000">
                <a:schemeClr val="tx1">
                  <a:lumMod val="75000"/>
                  <a:lumOff val="25000"/>
                  <a:alpha val="52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grpSp>
        <p:nvGrpSpPr>
          <p:cNvPr id="12" name="Группа 11">
            <a:extLst>
              <a:ext uri="{FF2B5EF4-FFF2-40B4-BE49-F238E27FC236}">
                <a16:creationId xmlns:a16="http://schemas.microsoft.com/office/drawing/2014/main" id="{DABEBFC1-652F-80A9-1312-E797F89F45EF}"/>
              </a:ext>
            </a:extLst>
          </p:cNvPr>
          <p:cNvGrpSpPr/>
          <p:nvPr/>
        </p:nvGrpSpPr>
        <p:grpSpPr>
          <a:xfrm>
            <a:off x="-2635378" y="0"/>
            <a:ext cx="12192000" cy="6858000"/>
            <a:chOff x="-1" y="0"/>
            <a:chExt cx="12192000" cy="6858000"/>
          </a:xfrm>
        </p:grpSpPr>
        <p:sp>
          <p:nvSpPr>
            <p:cNvPr id="13" name="Прямоугольник 12">
              <a:extLst>
                <a:ext uri="{FF2B5EF4-FFF2-40B4-BE49-F238E27FC236}">
                  <a16:creationId xmlns:a16="http://schemas.microsoft.com/office/drawing/2014/main" id="{4D31CDD9-2A94-DD1A-BDAA-CDA6610A5B1D}"/>
                </a:ext>
              </a:extLst>
            </p:cNvPr>
            <p:cNvSpPr/>
            <p:nvPr/>
          </p:nvSpPr>
          <p:spPr>
            <a:xfrm>
              <a:off x="-1" y="0"/>
              <a:ext cx="12192000" cy="6858000"/>
            </a:xfrm>
            <a:prstGeom prst="rect">
              <a:avLst/>
            </a:prstGeom>
            <a:gradFill>
              <a:gsLst>
                <a:gs pos="0">
                  <a:schemeClr val="tx1">
                    <a:lumMod val="75000"/>
                    <a:lumOff val="25000"/>
                  </a:schemeClr>
                </a:gs>
                <a:gs pos="2112">
                  <a:srgbClr val="404040">
                    <a:alpha val="97000"/>
                  </a:srgbClr>
                </a:gs>
                <a:gs pos="33000">
                  <a:schemeClr val="tx1">
                    <a:lumMod val="75000"/>
                    <a:lumOff val="25000"/>
                    <a:alpha val="86000"/>
                  </a:schemeClr>
                </a:gs>
                <a:gs pos="68000">
                  <a:schemeClr val="tx1">
                    <a:lumMod val="75000"/>
                    <a:lumOff val="25000"/>
                    <a:alpha val="77000"/>
                  </a:schemeClr>
                </a:gs>
                <a:gs pos="100000">
                  <a:schemeClr val="tx1">
                    <a:lumMod val="75000"/>
                    <a:lumOff val="25000"/>
                    <a:alpha val="52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pic>
          <p:nvPicPr>
            <p:cNvPr id="14" name="Picture 2" descr="https://dead-god.ru/wp-content/uploads/2021/11/183.png">
              <a:extLst>
                <a:ext uri="{FF2B5EF4-FFF2-40B4-BE49-F238E27FC236}">
                  <a16:creationId xmlns:a16="http://schemas.microsoft.com/office/drawing/2014/main" id="{FF9EF359-CEF5-F341-A13D-5BC3CE5F5D2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rot="20329685">
              <a:off x="3036194" y="443917"/>
              <a:ext cx="859286" cy="85928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6ACC33BE-1584-654A-4208-D40F81F6526B}"/>
                </a:ext>
              </a:extLst>
            </p:cNvPr>
            <p:cNvSpPr txBox="1"/>
            <p:nvPr/>
          </p:nvSpPr>
          <p:spPr>
            <a:xfrm>
              <a:off x="3965788" y="456484"/>
              <a:ext cx="4383388" cy="70788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sz="4000" dirty="0">
                  <a:solidFill>
                    <a:srgbClr val="B1B2B2"/>
                  </a:solidFill>
                  <a:latin typeface="Arial Black" panose="020B0A04020102020204" pitchFamily="34" charset="0"/>
                </a:rPr>
                <a:t>News </a:t>
              </a:r>
              <a:r>
                <a:rPr lang="en-US" sz="4000" dirty="0">
                  <a:solidFill>
                    <a:srgbClr val="ABC7F3"/>
                  </a:solidFill>
                  <a:latin typeface="Arial Black" panose="020B0A04020102020204" pitchFamily="34" charset="0"/>
                </a:rPr>
                <a:t>Checker</a:t>
              </a:r>
              <a:endParaRPr lang="ru-RU" sz="4000" dirty="0">
                <a:solidFill>
                  <a:srgbClr val="ABC7F3"/>
                </a:solidFill>
                <a:latin typeface="Arial Black" panose="020B0A04020102020204" pitchFamily="34" charset="0"/>
              </a:endParaRPr>
            </a:p>
          </p:txBody>
        </p:sp>
        <p:pic>
          <p:nvPicPr>
            <p:cNvPr id="16" name="Picture 2" descr="https://dead-god.ru/wp-content/uploads/2021/11/23-5.png">
              <a:extLst>
                <a:ext uri="{FF2B5EF4-FFF2-40B4-BE49-F238E27FC236}">
                  <a16:creationId xmlns:a16="http://schemas.microsoft.com/office/drawing/2014/main" id="{2E814155-7B4F-5552-3AC2-9B71099C120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rot="773143">
              <a:off x="8230730" y="370715"/>
              <a:ext cx="656637" cy="8129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42" name="Группа 41">
            <a:extLst>
              <a:ext uri="{FF2B5EF4-FFF2-40B4-BE49-F238E27FC236}">
                <a16:creationId xmlns:a16="http://schemas.microsoft.com/office/drawing/2014/main" id="{7E7E0624-14E9-A809-4774-A207738CC1A5}"/>
              </a:ext>
            </a:extLst>
          </p:cNvPr>
          <p:cNvGrpSpPr/>
          <p:nvPr/>
        </p:nvGrpSpPr>
        <p:grpSpPr>
          <a:xfrm>
            <a:off x="9531908" y="-5516083"/>
            <a:ext cx="3315406" cy="30171114"/>
            <a:chOff x="9531908" y="-188712"/>
            <a:chExt cx="3315406" cy="30171114"/>
          </a:xfrm>
        </p:grpSpPr>
        <p:grpSp>
          <p:nvGrpSpPr>
            <p:cNvPr id="43" name="Группа 42">
              <a:extLst>
                <a:ext uri="{FF2B5EF4-FFF2-40B4-BE49-F238E27FC236}">
                  <a16:creationId xmlns:a16="http://schemas.microsoft.com/office/drawing/2014/main" id="{0F9BFC2C-5E43-9E18-6C08-0E054D348460}"/>
                </a:ext>
              </a:extLst>
            </p:cNvPr>
            <p:cNvGrpSpPr/>
            <p:nvPr/>
          </p:nvGrpSpPr>
          <p:grpSpPr>
            <a:xfrm>
              <a:off x="9531908" y="-188712"/>
              <a:ext cx="3315406" cy="30171114"/>
              <a:chOff x="9531908" y="-188712"/>
              <a:chExt cx="3315406" cy="30171114"/>
            </a:xfrm>
          </p:grpSpPr>
          <p:grpSp>
            <p:nvGrpSpPr>
              <p:cNvPr id="46" name="Группа 45">
                <a:extLst>
                  <a:ext uri="{FF2B5EF4-FFF2-40B4-BE49-F238E27FC236}">
                    <a16:creationId xmlns:a16="http://schemas.microsoft.com/office/drawing/2014/main" id="{69D3FA84-8986-45CB-C894-737B4C159CCE}"/>
                  </a:ext>
                </a:extLst>
              </p:cNvPr>
              <p:cNvGrpSpPr/>
              <p:nvPr/>
            </p:nvGrpSpPr>
            <p:grpSpPr>
              <a:xfrm>
                <a:off x="9531908" y="-188712"/>
                <a:ext cx="2870560" cy="30171114"/>
                <a:chOff x="9531908" y="-188712"/>
                <a:chExt cx="2870560" cy="30171114"/>
              </a:xfrm>
            </p:grpSpPr>
            <p:grpSp>
              <p:nvGrpSpPr>
                <p:cNvPr id="48" name="Группа 47">
                  <a:extLst>
                    <a:ext uri="{FF2B5EF4-FFF2-40B4-BE49-F238E27FC236}">
                      <a16:creationId xmlns:a16="http://schemas.microsoft.com/office/drawing/2014/main" id="{2FCF9741-7EA0-1DD1-4E5D-73C72302B802}"/>
                    </a:ext>
                  </a:extLst>
                </p:cNvPr>
                <p:cNvGrpSpPr/>
                <p:nvPr/>
              </p:nvGrpSpPr>
              <p:grpSpPr>
                <a:xfrm>
                  <a:off x="9531908" y="-188712"/>
                  <a:ext cx="2660822" cy="30171114"/>
                  <a:chOff x="9531908" y="-188712"/>
                  <a:chExt cx="2660822" cy="30171114"/>
                </a:xfrm>
              </p:grpSpPr>
              <p:sp>
                <p:nvSpPr>
                  <p:cNvPr id="50" name="Прямоугольник 49">
                    <a:extLst>
                      <a:ext uri="{FF2B5EF4-FFF2-40B4-BE49-F238E27FC236}">
                        <a16:creationId xmlns:a16="http://schemas.microsoft.com/office/drawing/2014/main" id="{98BCF8A7-515B-A9DA-D955-3BE70EBFBC54}"/>
                      </a:ext>
                    </a:extLst>
                  </p:cNvPr>
                  <p:cNvSpPr/>
                  <p:nvPr/>
                </p:nvSpPr>
                <p:spPr>
                  <a:xfrm>
                    <a:off x="9531908" y="-188712"/>
                    <a:ext cx="2660822" cy="30171114"/>
                  </a:xfrm>
                  <a:prstGeom prst="rect">
                    <a:avLst/>
                  </a:prstGeom>
                  <a:solidFill>
                    <a:srgbClr val="29262B"/>
                  </a:solidFill>
                  <a:ln>
                    <a:solidFill>
                      <a:srgbClr val="29262B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----</a:t>
                    </a: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1</a:t>
                    </a: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----</a:t>
                    </a:r>
                  </a:p>
                  <a:p>
                    <a:pPr algn="ctr"/>
                    <a:endParaRPr lang="en-US" sz="9600" dirty="0">
                      <a:latin typeface="Bahnschrift SemiBold" panose="020B0502040204020203" pitchFamily="34" charset="0"/>
                    </a:endParaRP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----</a:t>
                    </a: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2</a:t>
                    </a: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----</a:t>
                    </a:r>
                  </a:p>
                  <a:p>
                    <a:pPr algn="ctr"/>
                    <a:endParaRPr lang="en-US" sz="9600" dirty="0">
                      <a:latin typeface="Bahnschrift SemiBold" panose="020B0502040204020203" pitchFamily="34" charset="0"/>
                    </a:endParaRP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----</a:t>
                    </a: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3</a:t>
                    </a: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----</a:t>
                    </a:r>
                  </a:p>
                  <a:p>
                    <a:pPr algn="ctr"/>
                    <a:endParaRPr lang="en-US" sz="9600" dirty="0">
                      <a:latin typeface="Bahnschrift SemiBold" panose="020B0502040204020203" pitchFamily="34" charset="0"/>
                    </a:endParaRP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----</a:t>
                    </a: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4</a:t>
                    </a: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----</a:t>
                    </a:r>
                  </a:p>
                  <a:p>
                    <a:pPr algn="ctr"/>
                    <a:endParaRPr lang="en-US" sz="9600" dirty="0">
                      <a:latin typeface="Bahnschrift SemiBold" panose="020B0502040204020203" pitchFamily="34" charset="0"/>
                    </a:endParaRP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----</a:t>
                    </a: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5</a:t>
                    </a: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----</a:t>
                    </a:r>
                  </a:p>
                </p:txBody>
              </p:sp>
              <p:sp>
                <p:nvSpPr>
                  <p:cNvPr id="51" name="TextBox 50">
                    <a:extLst>
                      <a:ext uri="{FF2B5EF4-FFF2-40B4-BE49-F238E27FC236}">
                        <a16:creationId xmlns:a16="http://schemas.microsoft.com/office/drawing/2014/main" id="{D9680363-5C3D-B2D0-3F72-6BBCD0243FC1}"/>
                      </a:ext>
                    </a:extLst>
                  </p:cNvPr>
                  <p:cNvSpPr txBox="1"/>
                  <p:nvPr/>
                </p:nvSpPr>
                <p:spPr>
                  <a:xfrm>
                    <a:off x="10072508" y="307734"/>
                    <a:ext cx="1937027" cy="1015663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ru-RU" sz="6000" dirty="0">
                        <a:solidFill>
                          <a:schemeClr val="bg1"/>
                        </a:solidFill>
                      </a:rPr>
                      <a:t>Что?</a:t>
                    </a:r>
                  </a:p>
                </p:txBody>
              </p:sp>
            </p:grpSp>
            <p:sp>
              <p:nvSpPr>
                <p:cNvPr id="49" name="TextBox 48">
                  <a:extLst>
                    <a:ext uri="{FF2B5EF4-FFF2-40B4-BE49-F238E27FC236}">
                      <a16:creationId xmlns:a16="http://schemas.microsoft.com/office/drawing/2014/main" id="{AA6E052C-DDE8-B48C-2B0C-DF77480239F2}"/>
                    </a:ext>
                  </a:extLst>
                </p:cNvPr>
                <p:cNvSpPr txBox="1"/>
                <p:nvPr/>
              </p:nvSpPr>
              <p:spPr>
                <a:xfrm>
                  <a:off x="9679573" y="6150071"/>
                  <a:ext cx="2722895" cy="1015663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ru-RU" sz="6000" dirty="0">
                      <a:solidFill>
                        <a:schemeClr val="bg1"/>
                      </a:solidFill>
                    </a:rPr>
                    <a:t>Зачем?</a:t>
                  </a:r>
                </a:p>
              </p:txBody>
            </p:sp>
          </p:grpSp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1BA66992-0607-4064-C131-CCDB87F56BE3}"/>
                  </a:ext>
                </a:extLst>
              </p:cNvPr>
              <p:cNvSpPr txBox="1"/>
              <p:nvPr/>
            </p:nvSpPr>
            <p:spPr>
              <a:xfrm>
                <a:off x="10124419" y="12203508"/>
                <a:ext cx="2722895" cy="101566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ru-RU" sz="6000" dirty="0">
                    <a:solidFill>
                      <a:schemeClr val="bg1"/>
                    </a:solidFill>
                  </a:rPr>
                  <a:t>Где?</a:t>
                </a:r>
              </a:p>
            </p:txBody>
          </p:sp>
        </p:grp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DA6F3CFB-AD1A-0D0F-F20F-3F0E6BFA967E}"/>
                </a:ext>
              </a:extLst>
            </p:cNvPr>
            <p:cNvSpPr txBox="1"/>
            <p:nvPr/>
          </p:nvSpPr>
          <p:spPr>
            <a:xfrm>
              <a:off x="9778428" y="17786134"/>
              <a:ext cx="2722895" cy="10156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ru-RU" sz="6000" dirty="0">
                  <a:solidFill>
                    <a:schemeClr val="bg1"/>
                  </a:solidFill>
                </a:rPr>
                <a:t>Когда?</a:t>
              </a:r>
            </a:p>
          </p:txBody>
        </p: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C4FC71D6-5795-3424-EFD9-C58F10FF475D}"/>
                </a:ext>
              </a:extLst>
            </p:cNvPr>
            <p:cNvSpPr txBox="1"/>
            <p:nvPr/>
          </p:nvSpPr>
          <p:spPr>
            <a:xfrm>
              <a:off x="10124419" y="23753105"/>
              <a:ext cx="2722895" cy="10156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ru-RU" sz="6000" dirty="0">
                  <a:solidFill>
                    <a:schemeClr val="bg1"/>
                  </a:solidFill>
                </a:rPr>
                <a:t>Кто?</a:t>
              </a:r>
            </a:p>
          </p:txBody>
        </p:sp>
      </p:grpSp>
      <p:sp>
        <p:nvSpPr>
          <p:cNvPr id="52" name="Прямоугольник 51">
            <a:extLst>
              <a:ext uri="{FF2B5EF4-FFF2-40B4-BE49-F238E27FC236}">
                <a16:creationId xmlns:a16="http://schemas.microsoft.com/office/drawing/2014/main" id="{C297F421-E59C-78A1-37EA-0339348A2A2C}"/>
              </a:ext>
            </a:extLst>
          </p:cNvPr>
          <p:cNvSpPr/>
          <p:nvPr/>
        </p:nvSpPr>
        <p:spPr>
          <a:xfrm>
            <a:off x="9531179" y="-7951313"/>
            <a:ext cx="2660822" cy="2435224"/>
          </a:xfrm>
          <a:prstGeom prst="rect">
            <a:avLst/>
          </a:prstGeom>
          <a:solidFill>
            <a:srgbClr val="29262B"/>
          </a:solidFill>
          <a:ln>
            <a:solidFill>
              <a:srgbClr val="29262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AD2A5A6-4021-B979-300C-F49A18519008}"/>
              </a:ext>
            </a:extLst>
          </p:cNvPr>
          <p:cNvSpPr txBox="1"/>
          <p:nvPr/>
        </p:nvSpPr>
        <p:spPr>
          <a:xfrm>
            <a:off x="207180" y="-3276902"/>
            <a:ext cx="9211768" cy="31700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Автоматич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еская</a:t>
            </a:r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 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система</a:t>
            </a:r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 верифик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ации и</a:t>
            </a:r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 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сравнения</a:t>
            </a:r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 новостн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ой</a:t>
            </a:r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 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статьи</a:t>
            </a:r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 пользова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теля</a:t>
            </a:r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 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с</a:t>
            </a:r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 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достоверными</a:t>
            </a:r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 источник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ами.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5FBA7F2-1C3F-A981-5AF2-FD6ACEBD25D5}"/>
              </a:ext>
            </a:extLst>
          </p:cNvPr>
          <p:cNvSpPr txBox="1"/>
          <p:nvPr/>
        </p:nvSpPr>
        <p:spPr>
          <a:xfrm>
            <a:off x="201318" y="2555334"/>
            <a:ext cx="9211768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Проект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 </a:t>
            </a:r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со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здан для помощи </a:t>
            </a:r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людям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 </a:t>
            </a:r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кот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орые не способны </a:t>
            </a:r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различать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 настоящие от </a:t>
            </a:r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фейковых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 новостей.</a:t>
            </a:r>
          </a:p>
        </p:txBody>
      </p:sp>
    </p:spTree>
    <p:extLst>
      <p:ext uri="{BB962C8B-B14F-4D97-AF65-F5344CB8AC3E}">
        <p14:creationId xmlns:p14="http://schemas.microsoft.com/office/powerpoint/2010/main" val="135189886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21770A5-6FC4-913E-A51B-34FA53C2DF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91F1AD66-8DAD-8999-70AF-8A183A4486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ru-RU"/>
          </a:p>
        </p:txBody>
      </p:sp>
      <p:pic>
        <p:nvPicPr>
          <p:cNvPr id="4" name="Picture 8" descr="Обои газета (79 фото) - красивые картинки и HD фото">
            <a:extLst>
              <a:ext uri="{FF2B5EF4-FFF2-40B4-BE49-F238E27FC236}">
                <a16:creationId xmlns:a16="http://schemas.microsoft.com/office/drawing/2014/main" id="{8C65BDF8-0E14-6960-EF89-46D47DA4F9B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2BCEE0F5-246B-9A94-9ABF-B29CC12FF25A}"/>
              </a:ext>
            </a:extLst>
          </p:cNvPr>
          <p:cNvSpPr/>
          <p:nvPr/>
        </p:nvSpPr>
        <p:spPr>
          <a:xfrm>
            <a:off x="9506464" y="0"/>
            <a:ext cx="14461439" cy="6858000"/>
          </a:xfrm>
          <a:prstGeom prst="rect">
            <a:avLst/>
          </a:prstGeom>
          <a:gradFill>
            <a:gsLst>
              <a:gs pos="0">
                <a:schemeClr val="tx1">
                  <a:lumMod val="75000"/>
                  <a:lumOff val="25000"/>
                </a:schemeClr>
              </a:gs>
              <a:gs pos="2112">
                <a:srgbClr val="404040">
                  <a:alpha val="97000"/>
                </a:srgbClr>
              </a:gs>
              <a:gs pos="33000">
                <a:schemeClr val="tx1">
                  <a:lumMod val="75000"/>
                  <a:lumOff val="25000"/>
                  <a:alpha val="86000"/>
                </a:schemeClr>
              </a:gs>
              <a:gs pos="68000">
                <a:schemeClr val="tx1">
                  <a:lumMod val="75000"/>
                  <a:lumOff val="25000"/>
                  <a:alpha val="77000"/>
                </a:schemeClr>
              </a:gs>
              <a:gs pos="100000">
                <a:schemeClr val="tx1">
                  <a:lumMod val="75000"/>
                  <a:lumOff val="25000"/>
                  <a:alpha val="52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grpSp>
        <p:nvGrpSpPr>
          <p:cNvPr id="7" name="Группа 6">
            <a:extLst>
              <a:ext uri="{FF2B5EF4-FFF2-40B4-BE49-F238E27FC236}">
                <a16:creationId xmlns:a16="http://schemas.microsoft.com/office/drawing/2014/main" id="{C0A41A46-566B-93F4-C2C1-33D237DDCF58}"/>
              </a:ext>
            </a:extLst>
          </p:cNvPr>
          <p:cNvGrpSpPr/>
          <p:nvPr/>
        </p:nvGrpSpPr>
        <p:grpSpPr>
          <a:xfrm>
            <a:off x="-2635378" y="0"/>
            <a:ext cx="12192000" cy="6858000"/>
            <a:chOff x="-1" y="0"/>
            <a:chExt cx="12192000" cy="6858000"/>
          </a:xfrm>
        </p:grpSpPr>
        <p:sp>
          <p:nvSpPr>
            <p:cNvPr id="8" name="Прямоугольник 7">
              <a:extLst>
                <a:ext uri="{FF2B5EF4-FFF2-40B4-BE49-F238E27FC236}">
                  <a16:creationId xmlns:a16="http://schemas.microsoft.com/office/drawing/2014/main" id="{90778817-9BE8-75FF-58D6-DC7FCDE818D2}"/>
                </a:ext>
              </a:extLst>
            </p:cNvPr>
            <p:cNvSpPr/>
            <p:nvPr/>
          </p:nvSpPr>
          <p:spPr>
            <a:xfrm>
              <a:off x="-1" y="0"/>
              <a:ext cx="12192000" cy="6858000"/>
            </a:xfrm>
            <a:prstGeom prst="rect">
              <a:avLst/>
            </a:prstGeom>
            <a:gradFill>
              <a:gsLst>
                <a:gs pos="0">
                  <a:schemeClr val="tx1">
                    <a:lumMod val="75000"/>
                    <a:lumOff val="25000"/>
                  </a:schemeClr>
                </a:gs>
                <a:gs pos="2112">
                  <a:srgbClr val="404040">
                    <a:alpha val="97000"/>
                  </a:srgbClr>
                </a:gs>
                <a:gs pos="33000">
                  <a:schemeClr val="tx1">
                    <a:lumMod val="75000"/>
                    <a:lumOff val="25000"/>
                    <a:alpha val="86000"/>
                  </a:schemeClr>
                </a:gs>
                <a:gs pos="68000">
                  <a:schemeClr val="tx1">
                    <a:lumMod val="75000"/>
                    <a:lumOff val="25000"/>
                    <a:alpha val="77000"/>
                  </a:schemeClr>
                </a:gs>
                <a:gs pos="100000">
                  <a:schemeClr val="tx1">
                    <a:lumMod val="75000"/>
                    <a:lumOff val="25000"/>
                    <a:alpha val="52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pic>
          <p:nvPicPr>
            <p:cNvPr id="9" name="Picture 2" descr="https://dead-god.ru/wp-content/uploads/2021/11/183.png">
              <a:extLst>
                <a:ext uri="{FF2B5EF4-FFF2-40B4-BE49-F238E27FC236}">
                  <a16:creationId xmlns:a16="http://schemas.microsoft.com/office/drawing/2014/main" id="{52947A3E-1144-9401-0762-6B8EB219086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rot="20329685">
              <a:off x="3036194" y="443917"/>
              <a:ext cx="859286" cy="85928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9AE10A61-9F21-4A89-0DBE-3337995D25C3}"/>
                </a:ext>
              </a:extLst>
            </p:cNvPr>
            <p:cNvSpPr txBox="1"/>
            <p:nvPr/>
          </p:nvSpPr>
          <p:spPr>
            <a:xfrm>
              <a:off x="3965788" y="456484"/>
              <a:ext cx="4383388" cy="70788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sz="4000" dirty="0">
                  <a:solidFill>
                    <a:srgbClr val="B1B2B2"/>
                  </a:solidFill>
                  <a:latin typeface="Arial Black" panose="020B0A04020102020204" pitchFamily="34" charset="0"/>
                </a:rPr>
                <a:t>News </a:t>
              </a:r>
              <a:r>
                <a:rPr lang="en-US" sz="4000" dirty="0">
                  <a:solidFill>
                    <a:srgbClr val="ABC7F3"/>
                  </a:solidFill>
                  <a:latin typeface="Arial Black" panose="020B0A04020102020204" pitchFamily="34" charset="0"/>
                </a:rPr>
                <a:t>Checker</a:t>
              </a:r>
              <a:endParaRPr lang="ru-RU" sz="4000" dirty="0">
                <a:solidFill>
                  <a:srgbClr val="ABC7F3"/>
                </a:solidFill>
                <a:latin typeface="Arial Black" panose="020B0A04020102020204" pitchFamily="34" charset="0"/>
              </a:endParaRPr>
            </a:p>
          </p:txBody>
        </p:sp>
        <p:pic>
          <p:nvPicPr>
            <p:cNvPr id="11" name="Picture 2" descr="https://dead-god.ru/wp-content/uploads/2021/11/23-5.png">
              <a:extLst>
                <a:ext uri="{FF2B5EF4-FFF2-40B4-BE49-F238E27FC236}">
                  <a16:creationId xmlns:a16="http://schemas.microsoft.com/office/drawing/2014/main" id="{C914A57D-DD97-369F-0BDE-452DD1819DE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rot="773143">
              <a:off x="8230730" y="370715"/>
              <a:ext cx="656637" cy="8129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4" name="Группа 13">
            <a:extLst>
              <a:ext uri="{FF2B5EF4-FFF2-40B4-BE49-F238E27FC236}">
                <a16:creationId xmlns:a16="http://schemas.microsoft.com/office/drawing/2014/main" id="{53AD3B76-8F97-5A10-845D-4686B02664FE}"/>
              </a:ext>
            </a:extLst>
          </p:cNvPr>
          <p:cNvGrpSpPr/>
          <p:nvPr/>
        </p:nvGrpSpPr>
        <p:grpSpPr>
          <a:xfrm>
            <a:off x="9531908" y="-11320547"/>
            <a:ext cx="3315406" cy="30171114"/>
            <a:chOff x="9531908" y="-188712"/>
            <a:chExt cx="3315406" cy="30171114"/>
          </a:xfrm>
        </p:grpSpPr>
        <p:grpSp>
          <p:nvGrpSpPr>
            <p:cNvPr id="15" name="Группа 14">
              <a:extLst>
                <a:ext uri="{FF2B5EF4-FFF2-40B4-BE49-F238E27FC236}">
                  <a16:creationId xmlns:a16="http://schemas.microsoft.com/office/drawing/2014/main" id="{A3865975-8E7F-2323-81FB-998BCCE106CD}"/>
                </a:ext>
              </a:extLst>
            </p:cNvPr>
            <p:cNvGrpSpPr/>
            <p:nvPr/>
          </p:nvGrpSpPr>
          <p:grpSpPr>
            <a:xfrm>
              <a:off x="9531908" y="-188712"/>
              <a:ext cx="3315406" cy="30171114"/>
              <a:chOff x="9531908" y="-188712"/>
              <a:chExt cx="3315406" cy="30171114"/>
            </a:xfrm>
          </p:grpSpPr>
          <p:grpSp>
            <p:nvGrpSpPr>
              <p:cNvPr id="18" name="Группа 17">
                <a:extLst>
                  <a:ext uri="{FF2B5EF4-FFF2-40B4-BE49-F238E27FC236}">
                    <a16:creationId xmlns:a16="http://schemas.microsoft.com/office/drawing/2014/main" id="{6890E403-967B-8535-3AAD-C788FDFBBE37}"/>
                  </a:ext>
                </a:extLst>
              </p:cNvPr>
              <p:cNvGrpSpPr/>
              <p:nvPr/>
            </p:nvGrpSpPr>
            <p:grpSpPr>
              <a:xfrm>
                <a:off x="9531908" y="-188712"/>
                <a:ext cx="2870560" cy="30171114"/>
                <a:chOff x="9531908" y="-188712"/>
                <a:chExt cx="2870560" cy="30171114"/>
              </a:xfrm>
            </p:grpSpPr>
            <p:grpSp>
              <p:nvGrpSpPr>
                <p:cNvPr id="20" name="Группа 19">
                  <a:extLst>
                    <a:ext uri="{FF2B5EF4-FFF2-40B4-BE49-F238E27FC236}">
                      <a16:creationId xmlns:a16="http://schemas.microsoft.com/office/drawing/2014/main" id="{9C02647C-9BB2-CCEC-0F1B-6EA9C6DABB6A}"/>
                    </a:ext>
                  </a:extLst>
                </p:cNvPr>
                <p:cNvGrpSpPr/>
                <p:nvPr/>
              </p:nvGrpSpPr>
              <p:grpSpPr>
                <a:xfrm>
                  <a:off x="9531908" y="-188712"/>
                  <a:ext cx="2660822" cy="30171114"/>
                  <a:chOff x="9531908" y="-188712"/>
                  <a:chExt cx="2660822" cy="30171114"/>
                </a:xfrm>
              </p:grpSpPr>
              <p:sp>
                <p:nvSpPr>
                  <p:cNvPr id="22" name="Прямоугольник 21">
                    <a:extLst>
                      <a:ext uri="{FF2B5EF4-FFF2-40B4-BE49-F238E27FC236}">
                        <a16:creationId xmlns:a16="http://schemas.microsoft.com/office/drawing/2014/main" id="{198CF263-5B81-B0D1-2C05-A81F3A9D5C30}"/>
                      </a:ext>
                    </a:extLst>
                  </p:cNvPr>
                  <p:cNvSpPr/>
                  <p:nvPr/>
                </p:nvSpPr>
                <p:spPr>
                  <a:xfrm>
                    <a:off x="9531908" y="-188712"/>
                    <a:ext cx="2660822" cy="30171114"/>
                  </a:xfrm>
                  <a:prstGeom prst="rect">
                    <a:avLst/>
                  </a:prstGeom>
                  <a:solidFill>
                    <a:srgbClr val="29262B"/>
                  </a:solidFill>
                  <a:ln>
                    <a:solidFill>
                      <a:srgbClr val="29262B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----</a:t>
                    </a: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1</a:t>
                    </a: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----</a:t>
                    </a:r>
                  </a:p>
                  <a:p>
                    <a:pPr algn="ctr"/>
                    <a:endParaRPr lang="en-US" sz="9600" dirty="0">
                      <a:latin typeface="Bahnschrift SemiBold" panose="020B0502040204020203" pitchFamily="34" charset="0"/>
                    </a:endParaRP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----</a:t>
                    </a: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2</a:t>
                    </a: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----</a:t>
                    </a:r>
                  </a:p>
                  <a:p>
                    <a:pPr algn="ctr"/>
                    <a:endParaRPr lang="en-US" sz="9600" dirty="0">
                      <a:latin typeface="Bahnschrift SemiBold" panose="020B0502040204020203" pitchFamily="34" charset="0"/>
                    </a:endParaRP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----</a:t>
                    </a: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3</a:t>
                    </a: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----</a:t>
                    </a:r>
                  </a:p>
                  <a:p>
                    <a:pPr algn="ctr"/>
                    <a:endParaRPr lang="en-US" sz="9600" dirty="0">
                      <a:latin typeface="Bahnschrift SemiBold" panose="020B0502040204020203" pitchFamily="34" charset="0"/>
                    </a:endParaRP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----</a:t>
                    </a: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4</a:t>
                    </a: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----</a:t>
                    </a:r>
                  </a:p>
                  <a:p>
                    <a:pPr algn="ctr"/>
                    <a:endParaRPr lang="en-US" sz="9600" dirty="0">
                      <a:latin typeface="Bahnschrift SemiBold" panose="020B0502040204020203" pitchFamily="34" charset="0"/>
                    </a:endParaRP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----</a:t>
                    </a: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5</a:t>
                    </a: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----</a:t>
                    </a:r>
                  </a:p>
                </p:txBody>
              </p:sp>
              <p:sp>
                <p:nvSpPr>
                  <p:cNvPr id="23" name="TextBox 22">
                    <a:extLst>
                      <a:ext uri="{FF2B5EF4-FFF2-40B4-BE49-F238E27FC236}">
                        <a16:creationId xmlns:a16="http://schemas.microsoft.com/office/drawing/2014/main" id="{C7C20443-C932-AF37-C0B1-5C87CD17065D}"/>
                      </a:ext>
                    </a:extLst>
                  </p:cNvPr>
                  <p:cNvSpPr txBox="1"/>
                  <p:nvPr/>
                </p:nvSpPr>
                <p:spPr>
                  <a:xfrm>
                    <a:off x="10072508" y="307734"/>
                    <a:ext cx="1937027" cy="1015663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ru-RU" sz="6000" dirty="0">
                        <a:solidFill>
                          <a:schemeClr val="bg1"/>
                        </a:solidFill>
                      </a:rPr>
                      <a:t>Что?</a:t>
                    </a:r>
                  </a:p>
                </p:txBody>
              </p:sp>
            </p:grpSp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49E1CC9E-DF46-B173-2E1B-35E04259F5AE}"/>
                    </a:ext>
                  </a:extLst>
                </p:cNvPr>
                <p:cNvSpPr txBox="1"/>
                <p:nvPr/>
              </p:nvSpPr>
              <p:spPr>
                <a:xfrm>
                  <a:off x="9679573" y="6150071"/>
                  <a:ext cx="2722895" cy="1015663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ru-RU" sz="6000" dirty="0">
                      <a:solidFill>
                        <a:schemeClr val="bg1"/>
                      </a:solidFill>
                    </a:rPr>
                    <a:t>Зачем?</a:t>
                  </a:r>
                </a:p>
              </p:txBody>
            </p:sp>
          </p:grpSp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CD8F1CF9-74CD-6B78-803D-5D83E14415E3}"/>
                  </a:ext>
                </a:extLst>
              </p:cNvPr>
              <p:cNvSpPr txBox="1"/>
              <p:nvPr/>
            </p:nvSpPr>
            <p:spPr>
              <a:xfrm>
                <a:off x="10124419" y="12203508"/>
                <a:ext cx="2722895" cy="101566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ru-RU" sz="6000" dirty="0">
                    <a:solidFill>
                      <a:schemeClr val="bg1"/>
                    </a:solidFill>
                  </a:rPr>
                  <a:t>Где?</a:t>
                </a:r>
              </a:p>
            </p:txBody>
          </p:sp>
        </p:grp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D4D87C79-3090-6B57-E1B1-7FF024ED923A}"/>
                </a:ext>
              </a:extLst>
            </p:cNvPr>
            <p:cNvSpPr txBox="1"/>
            <p:nvPr/>
          </p:nvSpPr>
          <p:spPr>
            <a:xfrm>
              <a:off x="9778428" y="17786134"/>
              <a:ext cx="2722895" cy="10156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ru-RU" sz="6000" dirty="0">
                  <a:solidFill>
                    <a:schemeClr val="bg1"/>
                  </a:solidFill>
                </a:rPr>
                <a:t>Когда?</a:t>
              </a: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EA2B8263-6ECD-B801-E521-C477D4110A15}"/>
                </a:ext>
              </a:extLst>
            </p:cNvPr>
            <p:cNvSpPr txBox="1"/>
            <p:nvPr/>
          </p:nvSpPr>
          <p:spPr>
            <a:xfrm>
              <a:off x="10124419" y="23753105"/>
              <a:ext cx="2722895" cy="10156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ru-RU" sz="6000" dirty="0">
                  <a:solidFill>
                    <a:schemeClr val="bg1"/>
                  </a:solidFill>
                </a:rPr>
                <a:t>Кто?</a:t>
              </a:r>
            </a:p>
          </p:txBody>
        </p:sp>
      </p:grpSp>
      <p:sp>
        <p:nvSpPr>
          <p:cNvPr id="24" name="Прямоугольник 23">
            <a:extLst>
              <a:ext uri="{FF2B5EF4-FFF2-40B4-BE49-F238E27FC236}">
                <a16:creationId xmlns:a16="http://schemas.microsoft.com/office/drawing/2014/main" id="{200B8362-E92A-B3E2-3534-08AD85E8CC93}"/>
              </a:ext>
            </a:extLst>
          </p:cNvPr>
          <p:cNvSpPr/>
          <p:nvPr/>
        </p:nvSpPr>
        <p:spPr>
          <a:xfrm>
            <a:off x="9531179" y="-13716020"/>
            <a:ext cx="2660822" cy="2435224"/>
          </a:xfrm>
          <a:prstGeom prst="rect">
            <a:avLst/>
          </a:prstGeom>
          <a:solidFill>
            <a:srgbClr val="29262B"/>
          </a:solidFill>
          <a:ln>
            <a:solidFill>
              <a:srgbClr val="29262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D0C64ED-8B68-F74F-081C-A2B41D4A1ED2}"/>
              </a:ext>
            </a:extLst>
          </p:cNvPr>
          <p:cNvSpPr txBox="1"/>
          <p:nvPr/>
        </p:nvSpPr>
        <p:spPr>
          <a:xfrm>
            <a:off x="201318" y="-2684876"/>
            <a:ext cx="9211768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Проект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 </a:t>
            </a:r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со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здан для помощи </a:t>
            </a:r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людям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 </a:t>
            </a:r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кот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орые не способны </a:t>
            </a:r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различать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 настоящие от </a:t>
            </a:r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фейковых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 новостей.</a:t>
            </a:r>
          </a:p>
        </p:txBody>
      </p:sp>
    </p:spTree>
    <p:extLst>
      <p:ext uri="{BB962C8B-B14F-4D97-AF65-F5344CB8AC3E}">
        <p14:creationId xmlns:p14="http://schemas.microsoft.com/office/powerpoint/2010/main" val="84788955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A58C26D-D90C-2741-58E7-45C45086E1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1958EDBA-8D61-771C-7536-B3F81CAC998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ru-RU"/>
          </a:p>
        </p:txBody>
      </p:sp>
      <p:pic>
        <p:nvPicPr>
          <p:cNvPr id="5" name="Picture 8" descr="Обои газета (79 фото) - красивые картинки и HD фото">
            <a:extLst>
              <a:ext uri="{FF2B5EF4-FFF2-40B4-BE49-F238E27FC236}">
                <a16:creationId xmlns:a16="http://schemas.microsoft.com/office/drawing/2014/main" id="{9E76ACA1-C9A0-F7C4-730C-B657710B498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E2D42E95-F95F-C855-1F7C-3887D0BABAE2}"/>
              </a:ext>
            </a:extLst>
          </p:cNvPr>
          <p:cNvSpPr/>
          <p:nvPr/>
        </p:nvSpPr>
        <p:spPr>
          <a:xfrm>
            <a:off x="9506464" y="0"/>
            <a:ext cx="14461439" cy="6858000"/>
          </a:xfrm>
          <a:prstGeom prst="rect">
            <a:avLst/>
          </a:prstGeom>
          <a:gradFill>
            <a:gsLst>
              <a:gs pos="0">
                <a:schemeClr val="tx1">
                  <a:lumMod val="75000"/>
                  <a:lumOff val="25000"/>
                </a:schemeClr>
              </a:gs>
              <a:gs pos="2112">
                <a:srgbClr val="404040">
                  <a:alpha val="97000"/>
                </a:srgbClr>
              </a:gs>
              <a:gs pos="33000">
                <a:schemeClr val="tx1">
                  <a:lumMod val="75000"/>
                  <a:lumOff val="25000"/>
                  <a:alpha val="86000"/>
                </a:schemeClr>
              </a:gs>
              <a:gs pos="68000">
                <a:schemeClr val="tx1">
                  <a:lumMod val="75000"/>
                  <a:lumOff val="25000"/>
                  <a:alpha val="77000"/>
                </a:schemeClr>
              </a:gs>
              <a:gs pos="100000">
                <a:schemeClr val="tx1">
                  <a:lumMod val="75000"/>
                  <a:lumOff val="25000"/>
                  <a:alpha val="52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grpSp>
        <p:nvGrpSpPr>
          <p:cNvPr id="8" name="Группа 7">
            <a:extLst>
              <a:ext uri="{FF2B5EF4-FFF2-40B4-BE49-F238E27FC236}">
                <a16:creationId xmlns:a16="http://schemas.microsoft.com/office/drawing/2014/main" id="{07AFAA19-1D2E-2805-2154-161FD0D97DE4}"/>
              </a:ext>
            </a:extLst>
          </p:cNvPr>
          <p:cNvGrpSpPr/>
          <p:nvPr/>
        </p:nvGrpSpPr>
        <p:grpSpPr>
          <a:xfrm>
            <a:off x="-2635378" y="0"/>
            <a:ext cx="12192000" cy="6858000"/>
            <a:chOff x="-1" y="0"/>
            <a:chExt cx="12192000" cy="6858000"/>
          </a:xfrm>
        </p:grpSpPr>
        <p:sp>
          <p:nvSpPr>
            <p:cNvPr id="9" name="Прямоугольник 8">
              <a:extLst>
                <a:ext uri="{FF2B5EF4-FFF2-40B4-BE49-F238E27FC236}">
                  <a16:creationId xmlns:a16="http://schemas.microsoft.com/office/drawing/2014/main" id="{9BB6E6BF-315F-B0C3-7E25-1C7AB908542B}"/>
                </a:ext>
              </a:extLst>
            </p:cNvPr>
            <p:cNvSpPr/>
            <p:nvPr/>
          </p:nvSpPr>
          <p:spPr>
            <a:xfrm>
              <a:off x="-1" y="0"/>
              <a:ext cx="12192000" cy="6858000"/>
            </a:xfrm>
            <a:prstGeom prst="rect">
              <a:avLst/>
            </a:prstGeom>
            <a:gradFill>
              <a:gsLst>
                <a:gs pos="0">
                  <a:schemeClr val="tx1">
                    <a:lumMod val="75000"/>
                    <a:lumOff val="25000"/>
                  </a:schemeClr>
                </a:gs>
                <a:gs pos="2112">
                  <a:srgbClr val="404040">
                    <a:alpha val="97000"/>
                  </a:srgbClr>
                </a:gs>
                <a:gs pos="33000">
                  <a:schemeClr val="tx1">
                    <a:lumMod val="75000"/>
                    <a:lumOff val="25000"/>
                    <a:alpha val="86000"/>
                  </a:schemeClr>
                </a:gs>
                <a:gs pos="68000">
                  <a:schemeClr val="tx1">
                    <a:lumMod val="75000"/>
                    <a:lumOff val="25000"/>
                    <a:alpha val="77000"/>
                  </a:schemeClr>
                </a:gs>
                <a:gs pos="100000">
                  <a:schemeClr val="tx1">
                    <a:lumMod val="75000"/>
                    <a:lumOff val="25000"/>
                    <a:alpha val="52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pic>
          <p:nvPicPr>
            <p:cNvPr id="10" name="Picture 2" descr="https://dead-god.ru/wp-content/uploads/2021/11/183.png">
              <a:extLst>
                <a:ext uri="{FF2B5EF4-FFF2-40B4-BE49-F238E27FC236}">
                  <a16:creationId xmlns:a16="http://schemas.microsoft.com/office/drawing/2014/main" id="{DA04FE1B-9E62-6D15-5B5F-8E1947E2C17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rot="20329685">
              <a:off x="3036194" y="443917"/>
              <a:ext cx="859286" cy="85928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0D869C18-EA2B-2C0D-1392-910E1CA28B1B}"/>
                </a:ext>
              </a:extLst>
            </p:cNvPr>
            <p:cNvSpPr txBox="1"/>
            <p:nvPr/>
          </p:nvSpPr>
          <p:spPr>
            <a:xfrm>
              <a:off x="3965788" y="456484"/>
              <a:ext cx="4383388" cy="70788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sz="4000" dirty="0">
                  <a:solidFill>
                    <a:srgbClr val="B1B2B2"/>
                  </a:solidFill>
                  <a:latin typeface="Arial Black" panose="020B0A04020102020204" pitchFamily="34" charset="0"/>
                </a:rPr>
                <a:t>News </a:t>
              </a:r>
              <a:r>
                <a:rPr lang="en-US" sz="4000" dirty="0">
                  <a:solidFill>
                    <a:srgbClr val="ABC7F3"/>
                  </a:solidFill>
                  <a:latin typeface="Arial Black" panose="020B0A04020102020204" pitchFamily="34" charset="0"/>
                </a:rPr>
                <a:t>Checker</a:t>
              </a:r>
              <a:endParaRPr lang="ru-RU" sz="4000" dirty="0">
                <a:solidFill>
                  <a:srgbClr val="ABC7F3"/>
                </a:solidFill>
                <a:latin typeface="Arial Black" panose="020B0A04020102020204" pitchFamily="34" charset="0"/>
              </a:endParaRPr>
            </a:p>
          </p:txBody>
        </p:sp>
        <p:pic>
          <p:nvPicPr>
            <p:cNvPr id="12" name="Picture 2" descr="https://dead-god.ru/wp-content/uploads/2021/11/23-5.png">
              <a:extLst>
                <a:ext uri="{FF2B5EF4-FFF2-40B4-BE49-F238E27FC236}">
                  <a16:creationId xmlns:a16="http://schemas.microsoft.com/office/drawing/2014/main" id="{CE95DA8F-9063-82DF-9B29-9B37965BB35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rot="773143">
              <a:off x="8230730" y="370715"/>
              <a:ext cx="656637" cy="8129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5" name="Группа 14">
            <a:extLst>
              <a:ext uri="{FF2B5EF4-FFF2-40B4-BE49-F238E27FC236}">
                <a16:creationId xmlns:a16="http://schemas.microsoft.com/office/drawing/2014/main" id="{B5EFF991-142F-6727-D69D-A640C94A3569}"/>
              </a:ext>
            </a:extLst>
          </p:cNvPr>
          <p:cNvGrpSpPr/>
          <p:nvPr/>
        </p:nvGrpSpPr>
        <p:grpSpPr>
          <a:xfrm>
            <a:off x="9531908" y="-17164761"/>
            <a:ext cx="3315406" cy="30171114"/>
            <a:chOff x="9531908" y="-188712"/>
            <a:chExt cx="3315406" cy="30171114"/>
          </a:xfrm>
        </p:grpSpPr>
        <p:grpSp>
          <p:nvGrpSpPr>
            <p:cNvPr id="16" name="Группа 15">
              <a:extLst>
                <a:ext uri="{FF2B5EF4-FFF2-40B4-BE49-F238E27FC236}">
                  <a16:creationId xmlns:a16="http://schemas.microsoft.com/office/drawing/2014/main" id="{258332B6-115D-2210-42A5-44BF09DA3384}"/>
                </a:ext>
              </a:extLst>
            </p:cNvPr>
            <p:cNvGrpSpPr/>
            <p:nvPr/>
          </p:nvGrpSpPr>
          <p:grpSpPr>
            <a:xfrm>
              <a:off x="9531908" y="-188712"/>
              <a:ext cx="3315406" cy="30171114"/>
              <a:chOff x="9531908" y="-188712"/>
              <a:chExt cx="3315406" cy="30171114"/>
            </a:xfrm>
          </p:grpSpPr>
          <p:grpSp>
            <p:nvGrpSpPr>
              <p:cNvPr id="19" name="Группа 18">
                <a:extLst>
                  <a:ext uri="{FF2B5EF4-FFF2-40B4-BE49-F238E27FC236}">
                    <a16:creationId xmlns:a16="http://schemas.microsoft.com/office/drawing/2014/main" id="{FDD611A0-D4F3-5DFB-9C5B-973C50FB60BE}"/>
                  </a:ext>
                </a:extLst>
              </p:cNvPr>
              <p:cNvGrpSpPr/>
              <p:nvPr/>
            </p:nvGrpSpPr>
            <p:grpSpPr>
              <a:xfrm>
                <a:off x="9531908" y="-188712"/>
                <a:ext cx="2870560" cy="30171114"/>
                <a:chOff x="9531908" y="-188712"/>
                <a:chExt cx="2870560" cy="30171114"/>
              </a:xfrm>
            </p:grpSpPr>
            <p:grpSp>
              <p:nvGrpSpPr>
                <p:cNvPr id="21" name="Группа 20">
                  <a:extLst>
                    <a:ext uri="{FF2B5EF4-FFF2-40B4-BE49-F238E27FC236}">
                      <a16:creationId xmlns:a16="http://schemas.microsoft.com/office/drawing/2014/main" id="{AA4ABA70-52C5-DE0E-D713-AAFEE4D85E65}"/>
                    </a:ext>
                  </a:extLst>
                </p:cNvPr>
                <p:cNvGrpSpPr/>
                <p:nvPr/>
              </p:nvGrpSpPr>
              <p:grpSpPr>
                <a:xfrm>
                  <a:off x="9531908" y="-188712"/>
                  <a:ext cx="2660822" cy="30171114"/>
                  <a:chOff x="9531908" y="-188712"/>
                  <a:chExt cx="2660822" cy="30171114"/>
                </a:xfrm>
              </p:grpSpPr>
              <p:sp>
                <p:nvSpPr>
                  <p:cNvPr id="23" name="Прямоугольник 22">
                    <a:extLst>
                      <a:ext uri="{FF2B5EF4-FFF2-40B4-BE49-F238E27FC236}">
                        <a16:creationId xmlns:a16="http://schemas.microsoft.com/office/drawing/2014/main" id="{622A8747-A438-07A8-D770-56892B7CA383}"/>
                      </a:ext>
                    </a:extLst>
                  </p:cNvPr>
                  <p:cNvSpPr/>
                  <p:nvPr/>
                </p:nvSpPr>
                <p:spPr>
                  <a:xfrm>
                    <a:off x="9531908" y="-188712"/>
                    <a:ext cx="2660822" cy="30171114"/>
                  </a:xfrm>
                  <a:prstGeom prst="rect">
                    <a:avLst/>
                  </a:prstGeom>
                  <a:solidFill>
                    <a:srgbClr val="29262B"/>
                  </a:solidFill>
                  <a:ln>
                    <a:solidFill>
                      <a:srgbClr val="29262B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----</a:t>
                    </a: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1</a:t>
                    </a: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----</a:t>
                    </a:r>
                  </a:p>
                  <a:p>
                    <a:pPr algn="ctr"/>
                    <a:endParaRPr lang="en-US" sz="9600" dirty="0">
                      <a:latin typeface="Bahnschrift SemiBold" panose="020B0502040204020203" pitchFamily="34" charset="0"/>
                    </a:endParaRP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----</a:t>
                    </a: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2</a:t>
                    </a: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----</a:t>
                    </a:r>
                  </a:p>
                  <a:p>
                    <a:pPr algn="ctr"/>
                    <a:endParaRPr lang="en-US" sz="9600" dirty="0">
                      <a:latin typeface="Bahnschrift SemiBold" panose="020B0502040204020203" pitchFamily="34" charset="0"/>
                    </a:endParaRP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----</a:t>
                    </a: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3</a:t>
                    </a: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----</a:t>
                    </a:r>
                  </a:p>
                  <a:p>
                    <a:pPr algn="ctr"/>
                    <a:endParaRPr lang="en-US" sz="9600" dirty="0">
                      <a:latin typeface="Bahnschrift SemiBold" panose="020B0502040204020203" pitchFamily="34" charset="0"/>
                    </a:endParaRP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----</a:t>
                    </a: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4</a:t>
                    </a: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----</a:t>
                    </a:r>
                  </a:p>
                  <a:p>
                    <a:pPr algn="ctr"/>
                    <a:endParaRPr lang="en-US" sz="9600" dirty="0">
                      <a:latin typeface="Bahnschrift SemiBold" panose="020B0502040204020203" pitchFamily="34" charset="0"/>
                    </a:endParaRP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----</a:t>
                    </a: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5</a:t>
                    </a: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----</a:t>
                    </a:r>
                  </a:p>
                </p:txBody>
              </p:sp>
              <p:sp>
                <p:nvSpPr>
                  <p:cNvPr id="24" name="TextBox 23">
                    <a:extLst>
                      <a:ext uri="{FF2B5EF4-FFF2-40B4-BE49-F238E27FC236}">
                        <a16:creationId xmlns:a16="http://schemas.microsoft.com/office/drawing/2014/main" id="{9F1BA967-B2F3-E6DB-B26B-6495FEC803DF}"/>
                      </a:ext>
                    </a:extLst>
                  </p:cNvPr>
                  <p:cNvSpPr txBox="1"/>
                  <p:nvPr/>
                </p:nvSpPr>
                <p:spPr>
                  <a:xfrm>
                    <a:off x="10072508" y="307734"/>
                    <a:ext cx="1937027" cy="1015663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ru-RU" sz="6000" dirty="0">
                        <a:solidFill>
                          <a:schemeClr val="bg1"/>
                        </a:solidFill>
                      </a:rPr>
                      <a:t>Что?</a:t>
                    </a:r>
                  </a:p>
                </p:txBody>
              </p:sp>
            </p:grpSp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518058C6-854A-358F-0F5F-28BC36ADF628}"/>
                    </a:ext>
                  </a:extLst>
                </p:cNvPr>
                <p:cNvSpPr txBox="1"/>
                <p:nvPr/>
              </p:nvSpPr>
              <p:spPr>
                <a:xfrm>
                  <a:off x="9679573" y="6150071"/>
                  <a:ext cx="2722895" cy="1015663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ru-RU" sz="6000" dirty="0">
                      <a:solidFill>
                        <a:schemeClr val="bg1"/>
                      </a:solidFill>
                    </a:rPr>
                    <a:t>Зачем?</a:t>
                  </a:r>
                </a:p>
              </p:txBody>
            </p:sp>
          </p:grpSp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BE4DB485-2883-1D9F-A0AC-FB47ABDBEA69}"/>
                  </a:ext>
                </a:extLst>
              </p:cNvPr>
              <p:cNvSpPr txBox="1"/>
              <p:nvPr/>
            </p:nvSpPr>
            <p:spPr>
              <a:xfrm>
                <a:off x="10124419" y="12203508"/>
                <a:ext cx="2722895" cy="101566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ru-RU" sz="6000" dirty="0">
                    <a:solidFill>
                      <a:schemeClr val="bg1"/>
                    </a:solidFill>
                  </a:rPr>
                  <a:t>Где?</a:t>
                </a:r>
              </a:p>
            </p:txBody>
          </p:sp>
        </p:grp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D54A67C4-0D55-196B-B01F-8C16E939C78E}"/>
                </a:ext>
              </a:extLst>
            </p:cNvPr>
            <p:cNvSpPr txBox="1"/>
            <p:nvPr/>
          </p:nvSpPr>
          <p:spPr>
            <a:xfrm>
              <a:off x="9778428" y="17786134"/>
              <a:ext cx="2722895" cy="10156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ru-RU" sz="6000" dirty="0">
                  <a:solidFill>
                    <a:schemeClr val="bg1"/>
                  </a:solidFill>
                </a:rPr>
                <a:t>Когда?</a:t>
              </a: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D716BEF9-C775-B75E-C1CD-BDA688A1075B}"/>
                </a:ext>
              </a:extLst>
            </p:cNvPr>
            <p:cNvSpPr txBox="1"/>
            <p:nvPr/>
          </p:nvSpPr>
          <p:spPr>
            <a:xfrm>
              <a:off x="10124419" y="23753105"/>
              <a:ext cx="2722895" cy="10156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ru-RU" sz="6000" dirty="0">
                  <a:solidFill>
                    <a:schemeClr val="bg1"/>
                  </a:solidFill>
                </a:rPr>
                <a:t>Кто?</a:t>
              </a:r>
            </a:p>
          </p:txBody>
        </p:sp>
      </p:grpSp>
      <p:sp>
        <p:nvSpPr>
          <p:cNvPr id="25" name="Прямоугольник 24">
            <a:extLst>
              <a:ext uri="{FF2B5EF4-FFF2-40B4-BE49-F238E27FC236}">
                <a16:creationId xmlns:a16="http://schemas.microsoft.com/office/drawing/2014/main" id="{CF1F6907-53B5-5B32-6AE7-B3230B152A0E}"/>
              </a:ext>
            </a:extLst>
          </p:cNvPr>
          <p:cNvSpPr/>
          <p:nvPr/>
        </p:nvSpPr>
        <p:spPr>
          <a:xfrm>
            <a:off x="9531179" y="-19560234"/>
            <a:ext cx="2660822" cy="2435224"/>
          </a:xfrm>
          <a:prstGeom prst="rect">
            <a:avLst/>
          </a:prstGeom>
          <a:solidFill>
            <a:srgbClr val="29262B"/>
          </a:solidFill>
          <a:ln>
            <a:solidFill>
              <a:srgbClr val="29262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3382013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1F3DD76-561E-ED8E-4B25-DBA753D4E7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4B7A04ED-92ED-6028-229D-11370F54CEE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ru-RU"/>
          </a:p>
        </p:txBody>
      </p:sp>
      <p:pic>
        <p:nvPicPr>
          <p:cNvPr id="4" name="Picture 8" descr="Обои газета (79 фото) - красивые картинки и HD фото">
            <a:extLst>
              <a:ext uri="{FF2B5EF4-FFF2-40B4-BE49-F238E27FC236}">
                <a16:creationId xmlns:a16="http://schemas.microsoft.com/office/drawing/2014/main" id="{8C8AE092-5DEA-327B-D5EA-7FADED28040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C3654533-673A-7E94-C21F-D451C91154A8}"/>
              </a:ext>
            </a:extLst>
          </p:cNvPr>
          <p:cNvSpPr/>
          <p:nvPr/>
        </p:nvSpPr>
        <p:spPr>
          <a:xfrm>
            <a:off x="9506464" y="0"/>
            <a:ext cx="14461439" cy="6858000"/>
          </a:xfrm>
          <a:prstGeom prst="rect">
            <a:avLst/>
          </a:prstGeom>
          <a:gradFill>
            <a:gsLst>
              <a:gs pos="0">
                <a:schemeClr val="tx1">
                  <a:lumMod val="75000"/>
                  <a:lumOff val="25000"/>
                </a:schemeClr>
              </a:gs>
              <a:gs pos="2112">
                <a:srgbClr val="404040">
                  <a:alpha val="97000"/>
                </a:srgbClr>
              </a:gs>
              <a:gs pos="33000">
                <a:schemeClr val="tx1">
                  <a:lumMod val="75000"/>
                  <a:lumOff val="25000"/>
                  <a:alpha val="86000"/>
                </a:schemeClr>
              </a:gs>
              <a:gs pos="68000">
                <a:schemeClr val="tx1">
                  <a:lumMod val="75000"/>
                  <a:lumOff val="25000"/>
                  <a:alpha val="77000"/>
                </a:schemeClr>
              </a:gs>
              <a:gs pos="100000">
                <a:schemeClr val="tx1">
                  <a:lumMod val="75000"/>
                  <a:lumOff val="25000"/>
                  <a:alpha val="52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grpSp>
        <p:nvGrpSpPr>
          <p:cNvPr id="7" name="Группа 6">
            <a:extLst>
              <a:ext uri="{FF2B5EF4-FFF2-40B4-BE49-F238E27FC236}">
                <a16:creationId xmlns:a16="http://schemas.microsoft.com/office/drawing/2014/main" id="{1954354A-9443-BCB6-880A-C51492CD2CA4}"/>
              </a:ext>
            </a:extLst>
          </p:cNvPr>
          <p:cNvGrpSpPr/>
          <p:nvPr/>
        </p:nvGrpSpPr>
        <p:grpSpPr>
          <a:xfrm>
            <a:off x="-2635378" y="0"/>
            <a:ext cx="12192000" cy="6858000"/>
            <a:chOff x="-1" y="0"/>
            <a:chExt cx="12192000" cy="6858000"/>
          </a:xfrm>
        </p:grpSpPr>
        <p:sp>
          <p:nvSpPr>
            <p:cNvPr id="8" name="Прямоугольник 7">
              <a:extLst>
                <a:ext uri="{FF2B5EF4-FFF2-40B4-BE49-F238E27FC236}">
                  <a16:creationId xmlns:a16="http://schemas.microsoft.com/office/drawing/2014/main" id="{9C87D0C6-CA02-E530-53AC-5111A8FFAC53}"/>
                </a:ext>
              </a:extLst>
            </p:cNvPr>
            <p:cNvSpPr/>
            <p:nvPr/>
          </p:nvSpPr>
          <p:spPr>
            <a:xfrm>
              <a:off x="-1" y="0"/>
              <a:ext cx="12192000" cy="6858000"/>
            </a:xfrm>
            <a:prstGeom prst="rect">
              <a:avLst/>
            </a:prstGeom>
            <a:gradFill>
              <a:gsLst>
                <a:gs pos="0">
                  <a:schemeClr val="tx1">
                    <a:lumMod val="75000"/>
                    <a:lumOff val="25000"/>
                  </a:schemeClr>
                </a:gs>
                <a:gs pos="2112">
                  <a:srgbClr val="404040">
                    <a:alpha val="97000"/>
                  </a:srgbClr>
                </a:gs>
                <a:gs pos="33000">
                  <a:schemeClr val="tx1">
                    <a:lumMod val="75000"/>
                    <a:lumOff val="25000"/>
                    <a:alpha val="86000"/>
                  </a:schemeClr>
                </a:gs>
                <a:gs pos="68000">
                  <a:schemeClr val="tx1">
                    <a:lumMod val="75000"/>
                    <a:lumOff val="25000"/>
                    <a:alpha val="77000"/>
                  </a:schemeClr>
                </a:gs>
                <a:gs pos="100000">
                  <a:schemeClr val="tx1">
                    <a:lumMod val="75000"/>
                    <a:lumOff val="25000"/>
                    <a:alpha val="52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pic>
          <p:nvPicPr>
            <p:cNvPr id="9" name="Picture 2" descr="https://dead-god.ru/wp-content/uploads/2021/11/183.png">
              <a:extLst>
                <a:ext uri="{FF2B5EF4-FFF2-40B4-BE49-F238E27FC236}">
                  <a16:creationId xmlns:a16="http://schemas.microsoft.com/office/drawing/2014/main" id="{52954CCC-B10A-A4C8-0CB2-CB571B05D3D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rot="20329685">
              <a:off x="3036194" y="443917"/>
              <a:ext cx="859286" cy="85928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3757BFE7-ACF9-EBF8-C7FE-5A8FB43F8A08}"/>
                </a:ext>
              </a:extLst>
            </p:cNvPr>
            <p:cNvSpPr txBox="1"/>
            <p:nvPr/>
          </p:nvSpPr>
          <p:spPr>
            <a:xfrm>
              <a:off x="3965788" y="456484"/>
              <a:ext cx="4383388" cy="70788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sz="4000" dirty="0">
                  <a:solidFill>
                    <a:srgbClr val="B1B2B2"/>
                  </a:solidFill>
                  <a:latin typeface="Arial Black" panose="020B0A04020102020204" pitchFamily="34" charset="0"/>
                </a:rPr>
                <a:t>News </a:t>
              </a:r>
              <a:r>
                <a:rPr lang="en-US" sz="4000" dirty="0">
                  <a:solidFill>
                    <a:srgbClr val="ABC7F3"/>
                  </a:solidFill>
                  <a:latin typeface="Arial Black" panose="020B0A04020102020204" pitchFamily="34" charset="0"/>
                </a:rPr>
                <a:t>Checker</a:t>
              </a:r>
              <a:endParaRPr lang="ru-RU" sz="4000" dirty="0">
                <a:solidFill>
                  <a:srgbClr val="ABC7F3"/>
                </a:solidFill>
                <a:latin typeface="Arial Black" panose="020B0A04020102020204" pitchFamily="34" charset="0"/>
              </a:endParaRPr>
            </a:p>
          </p:txBody>
        </p:sp>
        <p:pic>
          <p:nvPicPr>
            <p:cNvPr id="11" name="Picture 2" descr="https://dead-god.ru/wp-content/uploads/2021/11/23-5.png">
              <a:extLst>
                <a:ext uri="{FF2B5EF4-FFF2-40B4-BE49-F238E27FC236}">
                  <a16:creationId xmlns:a16="http://schemas.microsoft.com/office/drawing/2014/main" id="{7E323435-8B9A-AD24-289D-32F875CC842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rot="773143">
              <a:off x="8230730" y="370715"/>
              <a:ext cx="656637" cy="8129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4" name="Группа 13">
            <a:extLst>
              <a:ext uri="{FF2B5EF4-FFF2-40B4-BE49-F238E27FC236}">
                <a16:creationId xmlns:a16="http://schemas.microsoft.com/office/drawing/2014/main" id="{633DAA7E-7BC6-AB60-15CD-283EE05544D7}"/>
              </a:ext>
            </a:extLst>
          </p:cNvPr>
          <p:cNvGrpSpPr/>
          <p:nvPr/>
        </p:nvGrpSpPr>
        <p:grpSpPr>
          <a:xfrm>
            <a:off x="9531908" y="-22929462"/>
            <a:ext cx="3315406" cy="30171114"/>
            <a:chOff x="9531908" y="-188712"/>
            <a:chExt cx="3315406" cy="30171114"/>
          </a:xfrm>
        </p:grpSpPr>
        <p:grpSp>
          <p:nvGrpSpPr>
            <p:cNvPr id="15" name="Группа 14">
              <a:extLst>
                <a:ext uri="{FF2B5EF4-FFF2-40B4-BE49-F238E27FC236}">
                  <a16:creationId xmlns:a16="http://schemas.microsoft.com/office/drawing/2014/main" id="{2B824B15-5D14-EE1E-F3AD-442BD7D6F02A}"/>
                </a:ext>
              </a:extLst>
            </p:cNvPr>
            <p:cNvGrpSpPr/>
            <p:nvPr/>
          </p:nvGrpSpPr>
          <p:grpSpPr>
            <a:xfrm>
              <a:off x="9531908" y="-188712"/>
              <a:ext cx="3315406" cy="30171114"/>
              <a:chOff x="9531908" y="-188712"/>
              <a:chExt cx="3315406" cy="30171114"/>
            </a:xfrm>
          </p:grpSpPr>
          <p:grpSp>
            <p:nvGrpSpPr>
              <p:cNvPr id="18" name="Группа 17">
                <a:extLst>
                  <a:ext uri="{FF2B5EF4-FFF2-40B4-BE49-F238E27FC236}">
                    <a16:creationId xmlns:a16="http://schemas.microsoft.com/office/drawing/2014/main" id="{9861E8D2-E58E-BA87-D0CD-3286B2CA1A2D}"/>
                  </a:ext>
                </a:extLst>
              </p:cNvPr>
              <p:cNvGrpSpPr/>
              <p:nvPr/>
            </p:nvGrpSpPr>
            <p:grpSpPr>
              <a:xfrm>
                <a:off x="9531908" y="-188712"/>
                <a:ext cx="2870560" cy="30171114"/>
                <a:chOff x="9531908" y="-188712"/>
                <a:chExt cx="2870560" cy="30171114"/>
              </a:xfrm>
            </p:grpSpPr>
            <p:grpSp>
              <p:nvGrpSpPr>
                <p:cNvPr id="20" name="Группа 19">
                  <a:extLst>
                    <a:ext uri="{FF2B5EF4-FFF2-40B4-BE49-F238E27FC236}">
                      <a16:creationId xmlns:a16="http://schemas.microsoft.com/office/drawing/2014/main" id="{0E2C02FC-836A-CE2C-1AA0-62E0EE6B8532}"/>
                    </a:ext>
                  </a:extLst>
                </p:cNvPr>
                <p:cNvGrpSpPr/>
                <p:nvPr/>
              </p:nvGrpSpPr>
              <p:grpSpPr>
                <a:xfrm>
                  <a:off x="9531908" y="-188712"/>
                  <a:ext cx="2660822" cy="30171114"/>
                  <a:chOff x="9531908" y="-188712"/>
                  <a:chExt cx="2660822" cy="30171114"/>
                </a:xfrm>
              </p:grpSpPr>
              <p:sp>
                <p:nvSpPr>
                  <p:cNvPr id="22" name="Прямоугольник 21">
                    <a:extLst>
                      <a:ext uri="{FF2B5EF4-FFF2-40B4-BE49-F238E27FC236}">
                        <a16:creationId xmlns:a16="http://schemas.microsoft.com/office/drawing/2014/main" id="{E3C7DDFE-7937-7897-D215-0B43FCBCE9FD}"/>
                      </a:ext>
                    </a:extLst>
                  </p:cNvPr>
                  <p:cNvSpPr/>
                  <p:nvPr/>
                </p:nvSpPr>
                <p:spPr>
                  <a:xfrm>
                    <a:off x="9531908" y="-188712"/>
                    <a:ext cx="2660822" cy="30171114"/>
                  </a:xfrm>
                  <a:prstGeom prst="rect">
                    <a:avLst/>
                  </a:prstGeom>
                  <a:solidFill>
                    <a:srgbClr val="29262B"/>
                  </a:solidFill>
                  <a:ln>
                    <a:solidFill>
                      <a:srgbClr val="29262B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----</a:t>
                    </a: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1</a:t>
                    </a: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----</a:t>
                    </a:r>
                  </a:p>
                  <a:p>
                    <a:pPr algn="ctr"/>
                    <a:endParaRPr lang="en-US" sz="9600" dirty="0">
                      <a:latin typeface="Bahnschrift SemiBold" panose="020B0502040204020203" pitchFamily="34" charset="0"/>
                    </a:endParaRP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----</a:t>
                    </a: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2</a:t>
                    </a: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----</a:t>
                    </a:r>
                  </a:p>
                  <a:p>
                    <a:pPr algn="ctr"/>
                    <a:endParaRPr lang="en-US" sz="9600" dirty="0">
                      <a:latin typeface="Bahnschrift SemiBold" panose="020B0502040204020203" pitchFamily="34" charset="0"/>
                    </a:endParaRP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----</a:t>
                    </a: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3</a:t>
                    </a: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----</a:t>
                    </a:r>
                  </a:p>
                  <a:p>
                    <a:pPr algn="ctr"/>
                    <a:endParaRPr lang="en-US" sz="9600" dirty="0">
                      <a:latin typeface="Bahnschrift SemiBold" panose="020B0502040204020203" pitchFamily="34" charset="0"/>
                    </a:endParaRP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----</a:t>
                    </a: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4</a:t>
                    </a: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----</a:t>
                    </a:r>
                  </a:p>
                  <a:p>
                    <a:pPr algn="ctr"/>
                    <a:endParaRPr lang="en-US" sz="9600" dirty="0">
                      <a:latin typeface="Bahnschrift SemiBold" panose="020B0502040204020203" pitchFamily="34" charset="0"/>
                    </a:endParaRP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----</a:t>
                    </a: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5</a:t>
                    </a: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----</a:t>
                    </a:r>
                  </a:p>
                </p:txBody>
              </p:sp>
              <p:sp>
                <p:nvSpPr>
                  <p:cNvPr id="23" name="TextBox 22">
                    <a:extLst>
                      <a:ext uri="{FF2B5EF4-FFF2-40B4-BE49-F238E27FC236}">
                        <a16:creationId xmlns:a16="http://schemas.microsoft.com/office/drawing/2014/main" id="{63C6550A-622D-AA90-B0DB-E3D7A56D64FB}"/>
                      </a:ext>
                    </a:extLst>
                  </p:cNvPr>
                  <p:cNvSpPr txBox="1"/>
                  <p:nvPr/>
                </p:nvSpPr>
                <p:spPr>
                  <a:xfrm>
                    <a:off x="10072508" y="307734"/>
                    <a:ext cx="1937027" cy="1015663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ru-RU" sz="6000" dirty="0">
                        <a:solidFill>
                          <a:schemeClr val="bg1"/>
                        </a:solidFill>
                      </a:rPr>
                      <a:t>Что?</a:t>
                    </a:r>
                  </a:p>
                </p:txBody>
              </p:sp>
            </p:grpSp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DB824648-2430-B7CB-704B-137F0032F170}"/>
                    </a:ext>
                  </a:extLst>
                </p:cNvPr>
                <p:cNvSpPr txBox="1"/>
                <p:nvPr/>
              </p:nvSpPr>
              <p:spPr>
                <a:xfrm>
                  <a:off x="9679573" y="6150071"/>
                  <a:ext cx="2722895" cy="1015663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ru-RU" sz="6000" dirty="0">
                      <a:solidFill>
                        <a:schemeClr val="bg1"/>
                      </a:solidFill>
                    </a:rPr>
                    <a:t>Зачем?</a:t>
                  </a:r>
                </a:p>
              </p:txBody>
            </p:sp>
          </p:grpSp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AD34D286-217C-67E9-D40A-43940A1D7402}"/>
                  </a:ext>
                </a:extLst>
              </p:cNvPr>
              <p:cNvSpPr txBox="1"/>
              <p:nvPr/>
            </p:nvSpPr>
            <p:spPr>
              <a:xfrm>
                <a:off x="10124419" y="12203508"/>
                <a:ext cx="2722895" cy="101566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ru-RU" sz="6000" dirty="0">
                    <a:solidFill>
                      <a:schemeClr val="bg1"/>
                    </a:solidFill>
                  </a:rPr>
                  <a:t>Где?</a:t>
                </a:r>
              </a:p>
            </p:txBody>
          </p:sp>
        </p:grp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909098CB-D5B6-508D-DC9A-27F50E9DD631}"/>
                </a:ext>
              </a:extLst>
            </p:cNvPr>
            <p:cNvSpPr txBox="1"/>
            <p:nvPr/>
          </p:nvSpPr>
          <p:spPr>
            <a:xfrm>
              <a:off x="9778428" y="17786134"/>
              <a:ext cx="2722895" cy="10156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ru-RU" sz="6000" dirty="0">
                  <a:solidFill>
                    <a:schemeClr val="bg1"/>
                  </a:solidFill>
                </a:rPr>
                <a:t>Когда?</a:t>
              </a: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211EF023-B76F-74D6-DFDA-A5A99AD656F2}"/>
                </a:ext>
              </a:extLst>
            </p:cNvPr>
            <p:cNvSpPr txBox="1"/>
            <p:nvPr/>
          </p:nvSpPr>
          <p:spPr>
            <a:xfrm>
              <a:off x="10124419" y="23753105"/>
              <a:ext cx="2722895" cy="10156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ru-RU" sz="6000" dirty="0">
                  <a:solidFill>
                    <a:schemeClr val="bg1"/>
                  </a:solidFill>
                </a:rPr>
                <a:t>Кто?</a:t>
              </a:r>
            </a:p>
          </p:txBody>
        </p:sp>
      </p:grpSp>
      <p:sp>
        <p:nvSpPr>
          <p:cNvPr id="24" name="Прямоугольник 23">
            <a:extLst>
              <a:ext uri="{FF2B5EF4-FFF2-40B4-BE49-F238E27FC236}">
                <a16:creationId xmlns:a16="http://schemas.microsoft.com/office/drawing/2014/main" id="{EA2DE505-A96B-4CF0-5CCD-7B1320726C5F}"/>
              </a:ext>
            </a:extLst>
          </p:cNvPr>
          <p:cNvSpPr/>
          <p:nvPr/>
        </p:nvSpPr>
        <p:spPr>
          <a:xfrm>
            <a:off x="9531179" y="-25324935"/>
            <a:ext cx="2660822" cy="2435224"/>
          </a:xfrm>
          <a:prstGeom prst="rect">
            <a:avLst/>
          </a:prstGeom>
          <a:solidFill>
            <a:srgbClr val="29262B"/>
          </a:solidFill>
          <a:ln>
            <a:solidFill>
              <a:srgbClr val="29262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6835823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272</TotalTime>
  <Words>298</Words>
  <Application>Microsoft Office PowerPoint</Application>
  <PresentationFormat>Широкоэкранный</PresentationFormat>
  <Paragraphs>170</Paragraphs>
  <Slides>8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5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8</vt:i4>
      </vt:variant>
    </vt:vector>
  </HeadingPairs>
  <TitlesOfParts>
    <vt:vector size="14" baseType="lpstr">
      <vt:lpstr>Arial</vt:lpstr>
      <vt:lpstr>Arial Black</vt:lpstr>
      <vt:lpstr>Bahnschrift SemiBold</vt:lpstr>
      <vt:lpstr>Calibri</vt:lpstr>
      <vt:lpstr>Calibri Light</vt:lpstr>
      <vt:lpstr>Тема Office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>SPecialiST RePack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Student</dc:creator>
  <cp:lastModifiedBy>????????? ????????</cp:lastModifiedBy>
  <cp:revision>12</cp:revision>
  <dcterms:created xsi:type="dcterms:W3CDTF">2026-03-21T05:58:27Z</dcterms:created>
  <dcterms:modified xsi:type="dcterms:W3CDTF">2026-03-27T18:00:32Z</dcterms:modified>
</cp:coreProperties>
</file>