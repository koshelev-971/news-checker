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BDB"/>
    <a:srgbClr val="ABC7F3"/>
    <a:srgbClr val="B1B2B2"/>
    <a:srgbClr val="080000"/>
    <a:srgbClr val="010000"/>
    <a:srgbClr val="5E5E5E"/>
    <a:srgbClr val="69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772" y="1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74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82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6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2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32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08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65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76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77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59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FDCDC-D517-4D9C-97EE-253DDD2A2229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E81A-9D53-4809-B048-C31B756A1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44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Группа 10"/>
          <p:cNvGrpSpPr/>
          <p:nvPr/>
        </p:nvGrpSpPr>
        <p:grpSpPr>
          <a:xfrm>
            <a:off x="-1657351" y="-4698999"/>
            <a:ext cx="15793995" cy="11557000"/>
            <a:chOff x="-1562101" y="-4667250"/>
            <a:chExt cx="15506700" cy="11525251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-1562101" y="-4667250"/>
              <a:ext cx="15506700" cy="11525251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10954" y="-3900103"/>
              <a:ext cx="5496723" cy="1189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smtClean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smtClean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0" name="Picture 2" descr="https://dead-god.ru/wp-content/uploads/2021/11/23-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34186">
            <a:off x="13022752" y="384757"/>
            <a:ext cx="823416" cy="136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dead-god.ru/wp-content/uploads/2021/11/18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30886">
            <a:off x="-1891320" y="117677"/>
            <a:ext cx="1077537" cy="144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826375" y="69675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smtClean="0">
                <a:solidFill>
                  <a:srgbClr val="080000"/>
                </a:solidFill>
              </a:rPr>
              <a:t>Кошелев Михаил ИИ-71</a:t>
            </a:r>
            <a:endParaRPr lang="ru-RU" sz="2800">
              <a:solidFill>
                <a:srgbClr val="0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4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-1" y="0"/>
            <a:ext cx="12192000" cy="6858000"/>
            <a:chOff x="-1" y="0"/>
            <a:chExt cx="12192000" cy="6858000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-1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2112">
                  <a:srgbClr val="404040">
                    <a:alpha val="97000"/>
                  </a:srgbClr>
                </a:gs>
                <a:gs pos="33000">
                  <a:schemeClr val="tx1">
                    <a:lumMod val="75000"/>
                    <a:lumOff val="25000"/>
                    <a:alpha val="86000"/>
                  </a:schemeClr>
                </a:gs>
                <a:gs pos="68000">
                  <a:schemeClr val="tx1">
                    <a:lumMod val="75000"/>
                    <a:lumOff val="25000"/>
                    <a:alpha val="77000"/>
                  </a:schemeClr>
                </a:gs>
                <a:gs pos="100000">
                  <a:schemeClr val="tx1">
                    <a:lumMod val="75000"/>
                    <a:lumOff val="25000"/>
                    <a:alpha val="52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26" name="Picture 2" descr="https://dead-god.ru/wp-content/uploads/2021/11/183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29685">
              <a:off x="3036194" y="443917"/>
              <a:ext cx="859286" cy="859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3965788" y="456484"/>
              <a:ext cx="438338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000" smtClean="0">
                  <a:solidFill>
                    <a:srgbClr val="B1B2B2"/>
                  </a:solidFill>
                  <a:latin typeface="Arial Black" panose="020B0A04020102020204" pitchFamily="34" charset="0"/>
                </a:rPr>
                <a:t>News </a:t>
              </a:r>
              <a:r>
                <a:rPr lang="en-US" sz="4000" smtClean="0">
                  <a:solidFill>
                    <a:srgbClr val="ABC7F3"/>
                  </a:solidFill>
                  <a:latin typeface="Arial Black" panose="020B0A04020102020204" pitchFamily="34" charset="0"/>
                </a:rPr>
                <a:t>Checker</a:t>
              </a:r>
              <a:endParaRPr lang="ru-RU" sz="4000">
                <a:solidFill>
                  <a:srgbClr val="ABC7F3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6" name="Picture 2" descr="https://dead-god.ru/wp-content/uploads/2021/11/23-5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73143">
              <a:off x="8230730" y="370715"/>
              <a:ext cx="656637" cy="8129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/>
          <p:cNvSpPr txBox="1"/>
          <p:nvPr/>
        </p:nvSpPr>
        <p:spPr>
          <a:xfrm>
            <a:off x="782637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smtClean="0">
                <a:solidFill>
                  <a:srgbClr val="DBDBDB"/>
                </a:solidFill>
              </a:rPr>
              <a:t>Кошелев Михаил ИИ-71</a:t>
            </a:r>
            <a:endParaRPr lang="ru-RU" sz="2800">
              <a:solidFill>
                <a:srgbClr val="DBDBDB"/>
              </a:solidFill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-1045029" y="6858000"/>
            <a:ext cx="14567354" cy="7563394"/>
            <a:chOff x="-1045029" y="6858000"/>
            <a:chExt cx="14567354" cy="7563394"/>
          </a:xfrm>
        </p:grpSpPr>
        <p:grpSp>
          <p:nvGrpSpPr>
            <p:cNvPr id="15" name="Группа 14"/>
            <p:cNvGrpSpPr/>
            <p:nvPr/>
          </p:nvGrpSpPr>
          <p:grpSpPr>
            <a:xfrm>
              <a:off x="-1045029" y="6858000"/>
              <a:ext cx="14567354" cy="7563394"/>
              <a:chOff x="0" y="6858000"/>
              <a:chExt cx="12353924" cy="5702300"/>
            </a:xfrm>
          </p:grpSpPr>
          <p:sp>
            <p:nvSpPr>
              <p:cNvPr id="16" name="Прямоугольник 15"/>
              <p:cNvSpPr/>
              <p:nvPr/>
            </p:nvSpPr>
            <p:spPr>
              <a:xfrm>
                <a:off x="0" y="6858000"/>
                <a:ext cx="12191999" cy="57023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247774" y="9288710"/>
                <a:ext cx="1110615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4000" smtClean="0">
                    <a:solidFill>
                      <a:srgbClr val="B1B2B2"/>
                    </a:solidFill>
                    <a:latin typeface="Arial Black" panose="020B0A04020102020204" pitchFamily="34" charset="0"/>
                  </a:rPr>
                  <a:t>Сервис для про</a:t>
                </a:r>
                <a:r>
                  <a:rPr lang="ru-RU" sz="4000" smtClean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верки новостей и </a:t>
                </a:r>
                <a:r>
                  <a:rPr lang="ru-RU" sz="4000" smtClean="0">
                    <a:solidFill>
                      <a:srgbClr val="B1B2B2"/>
                    </a:solidFill>
                    <a:latin typeface="Arial Black" panose="020B0A04020102020204" pitchFamily="34" charset="0"/>
                  </a:rPr>
                  <a:t>поиска ссылок</a:t>
                </a:r>
                <a:r>
                  <a:rPr lang="ru-RU" sz="4000" smtClean="0">
                    <a:latin typeface="Arial Black" panose="020B0A04020102020204" pitchFamily="34" charset="0"/>
                  </a:rPr>
                  <a:t> </a:t>
                </a:r>
                <a:r>
                  <a:rPr lang="ru-RU" sz="4000" smtClean="0">
                    <a:solidFill>
                      <a:srgbClr val="ABC7F3"/>
                    </a:solidFill>
                    <a:latin typeface="Arial Black" panose="020B0A04020102020204" pitchFamily="34" charset="0"/>
                  </a:rPr>
                  <a:t>на достоверную </a:t>
                </a:r>
                <a:r>
                  <a:rPr lang="ru-RU" sz="4000" smtClean="0">
                    <a:solidFill>
                      <a:srgbClr val="B1B2B2"/>
                    </a:solidFill>
                    <a:latin typeface="Arial Black" panose="020B0A04020102020204" pitchFamily="34" charset="0"/>
                  </a:rPr>
                  <a:t>информацию</a:t>
                </a:r>
                <a:endParaRPr lang="ru-RU" sz="4000">
                  <a:solidFill>
                    <a:srgbClr val="B1B2B2"/>
                  </a:solidFill>
                  <a:latin typeface="Arial Black" panose="020B0A04020102020204" pitchFamily="34" charset="0"/>
                </a:endParaRPr>
              </a:p>
            </p:txBody>
          </p:sp>
        </p:grpSp>
        <p:pic>
          <p:nvPicPr>
            <p:cNvPr id="1034" name="Picture 10" descr="https://dead-god.ru/wp-content/uploads/2021/11/50-2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70067">
              <a:off x="11313312" y="11465993"/>
              <a:ext cx="648918" cy="6849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ttps://dead-god.ru/wp-content/uploads/2021/11/29-3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54732" y="9182100"/>
              <a:ext cx="744956" cy="851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32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0" y="-1385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 descr="https://dead-god.ru/wp-content/uploads/2021/11/18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9685">
            <a:off x="3036194" y="443917"/>
            <a:ext cx="859286" cy="85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965788" y="456484"/>
            <a:ext cx="438338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smtClean="0">
                <a:solidFill>
                  <a:srgbClr val="B1B2B2"/>
                </a:solidFill>
                <a:latin typeface="Arial Black" panose="020B0A04020102020204" pitchFamily="34" charset="0"/>
              </a:rPr>
              <a:t>News </a:t>
            </a:r>
            <a:r>
              <a:rPr lang="en-US" sz="4000" smtClean="0">
                <a:solidFill>
                  <a:srgbClr val="ABC7F3"/>
                </a:solidFill>
                <a:latin typeface="Arial Black" panose="020B0A04020102020204" pitchFamily="34" charset="0"/>
              </a:rPr>
              <a:t>Checker</a:t>
            </a:r>
            <a:endParaRPr lang="ru-RU" sz="4000">
              <a:solidFill>
                <a:srgbClr val="ABC7F3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2" descr="https://dead-god.ru/wp-content/uploads/2021/11/23-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3143">
            <a:off x="8230730" y="370715"/>
            <a:ext cx="656637" cy="81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826375" y="6383337"/>
            <a:ext cx="569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smtClean="0">
                <a:solidFill>
                  <a:srgbClr val="080000"/>
                </a:solidFill>
              </a:rPr>
              <a:t>Кошелев Михаил ИИ-71</a:t>
            </a:r>
            <a:endParaRPr lang="ru-RU" sz="2800">
              <a:solidFill>
                <a:srgbClr val="080000"/>
              </a:solidFill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0" y="-682354"/>
            <a:ext cx="11495314" cy="6962504"/>
            <a:chOff x="0" y="6858000"/>
            <a:chExt cx="12353924" cy="5702300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0" y="6858000"/>
              <a:ext cx="12191999" cy="5702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47774" y="9288710"/>
              <a:ext cx="1110615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4000" smtClean="0">
                  <a:solidFill>
                    <a:srgbClr val="B1B2B2"/>
                  </a:solidFill>
                  <a:latin typeface="Arial Black" panose="020B0A04020102020204" pitchFamily="34" charset="0"/>
                </a:rPr>
                <a:t>Сервис для про</a:t>
              </a:r>
              <a:r>
                <a:rPr lang="ru-RU" sz="4000" smtClean="0">
                  <a:solidFill>
                    <a:srgbClr val="ABC7F3"/>
                  </a:solidFill>
                  <a:latin typeface="Arial Black" panose="020B0A04020102020204" pitchFamily="34" charset="0"/>
                </a:rPr>
                <a:t>верки новостей и </a:t>
              </a:r>
              <a:r>
                <a:rPr lang="ru-RU" sz="4000" smtClean="0">
                  <a:solidFill>
                    <a:srgbClr val="B1B2B2"/>
                  </a:solidFill>
                  <a:latin typeface="Arial Black" panose="020B0A04020102020204" pitchFamily="34" charset="0"/>
                </a:rPr>
                <a:t>поиска ссылок</a:t>
              </a:r>
              <a:r>
                <a:rPr lang="ru-RU" sz="4000" smtClean="0">
                  <a:latin typeface="Arial Black" panose="020B0A04020102020204" pitchFamily="34" charset="0"/>
                </a:rPr>
                <a:t> </a:t>
              </a:r>
              <a:r>
                <a:rPr lang="ru-RU" sz="4000" smtClean="0">
                  <a:solidFill>
                    <a:srgbClr val="ABC7F3"/>
                  </a:solidFill>
                  <a:latin typeface="Arial Black" panose="020B0A04020102020204" pitchFamily="34" charset="0"/>
                </a:rPr>
                <a:t>на достоверную </a:t>
              </a:r>
              <a:r>
                <a:rPr lang="ru-RU" sz="4000" smtClean="0">
                  <a:solidFill>
                    <a:srgbClr val="B1B2B2"/>
                  </a:solidFill>
                  <a:latin typeface="Arial Black" panose="020B0A04020102020204" pitchFamily="34" charset="0"/>
                </a:rPr>
                <a:t>информацию</a:t>
              </a:r>
              <a:endParaRPr lang="ru-RU" sz="4000">
                <a:solidFill>
                  <a:srgbClr val="B1B2B2"/>
                </a:solidFill>
                <a:latin typeface="Arial Black" panose="020B0A04020102020204" pitchFamily="34" charset="0"/>
              </a:endParaRPr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>
            <a:off x="5904411" y="1324872"/>
            <a:ext cx="0" cy="608430"/>
          </a:xfrm>
          <a:prstGeom prst="line">
            <a:avLst/>
          </a:prstGeom>
          <a:ln w="76200">
            <a:solidFill>
              <a:srgbClr val="B1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ttps://dead-god.ru/wp-content/uploads/2021/11/29-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21" y="1324873"/>
            <a:ext cx="798098" cy="91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ead-god.ru/wp-content/uploads/2021/11/50-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394">
            <a:off x="10447581" y="3492758"/>
            <a:ext cx="746455" cy="78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112" y="4844404"/>
            <a:ext cx="1352739" cy="13432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45" y="6225519"/>
            <a:ext cx="1776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rgbClr val="DBDBDB"/>
                </a:solidFill>
              </a:rPr>
              <a:t>Спрайты для презентации</a:t>
            </a:r>
            <a:endParaRPr lang="ru-RU">
              <a:solidFill>
                <a:srgbClr val="DBDBDB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9227" y="4806304"/>
            <a:ext cx="1390844" cy="1400370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1919227" y="6311900"/>
            <a:ext cx="146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mtClean="0">
                <a:solidFill>
                  <a:srgbClr val="ABC7F3"/>
                </a:solidFill>
              </a:rPr>
              <a:t>Репозиторий</a:t>
            </a:r>
            <a:endParaRPr lang="ru-RU">
              <a:solidFill>
                <a:srgbClr val="ABC7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8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Обои газета (79 фото) - красивые картинки и HD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0" y="-1385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2112">
                <a:srgbClr val="404040">
                  <a:alpha val="97000"/>
                </a:srgbClr>
              </a:gs>
              <a:gs pos="33000">
                <a:schemeClr val="tx1">
                  <a:lumMod val="75000"/>
                  <a:lumOff val="25000"/>
                  <a:alpha val="86000"/>
                </a:schemeClr>
              </a:gs>
              <a:gs pos="68000">
                <a:schemeClr val="tx1">
                  <a:lumMod val="75000"/>
                  <a:lumOff val="25000"/>
                  <a:alpha val="77000"/>
                </a:schemeClr>
              </a:gs>
              <a:gs pos="100000">
                <a:schemeClr val="tx1">
                  <a:lumMod val="75000"/>
                  <a:lumOff val="25000"/>
                  <a:alpha val="52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Picture 2" descr="https://dead-god.ru/wp-content/uploads/2021/11/18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9685">
            <a:off x="140594" y="443917"/>
            <a:ext cx="859286" cy="85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70188" y="456484"/>
            <a:ext cx="438338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smtClean="0">
                <a:solidFill>
                  <a:srgbClr val="B1B2B2"/>
                </a:solidFill>
                <a:latin typeface="Arial Black" panose="020B0A04020102020204" pitchFamily="34" charset="0"/>
              </a:rPr>
              <a:t>News </a:t>
            </a:r>
            <a:r>
              <a:rPr lang="en-US" sz="4000" smtClean="0">
                <a:solidFill>
                  <a:srgbClr val="ABC7F3"/>
                </a:solidFill>
                <a:latin typeface="Arial Black" panose="020B0A04020102020204" pitchFamily="34" charset="0"/>
              </a:rPr>
              <a:t>Checker</a:t>
            </a:r>
            <a:endParaRPr lang="ru-RU" sz="4000">
              <a:solidFill>
                <a:srgbClr val="ABC7F3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2" descr="https://dead-god.ru/wp-content/uploads/2021/11/23-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3143">
            <a:off x="5335130" y="370715"/>
            <a:ext cx="656637" cy="81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57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41</Words>
  <Application>Microsoft Office PowerPoint</Application>
  <PresentationFormat>Широкоэкранный</PresentationFormat>
  <Paragraphs>11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Student</cp:lastModifiedBy>
  <cp:revision>8</cp:revision>
  <dcterms:created xsi:type="dcterms:W3CDTF">2026-03-21T05:58:27Z</dcterms:created>
  <dcterms:modified xsi:type="dcterms:W3CDTF">2026-03-21T07:01:43Z</dcterms:modified>
</cp:coreProperties>
</file>