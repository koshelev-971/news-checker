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6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C7F3"/>
    <a:srgbClr val="B1B2B2"/>
    <a:srgbClr val="696A6A"/>
    <a:srgbClr val="29262B"/>
    <a:srgbClr val="DBDBDB"/>
    <a:srgbClr val="080000"/>
    <a:srgbClr val="010000"/>
    <a:srgbClr val="5E5E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>
        <p:scale>
          <a:sx n="24" d="100"/>
          <a:sy n="24" d="100"/>
        </p:scale>
        <p:origin x="1961" y="2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7743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28207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328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68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1243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03219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2089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9658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6764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9771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38590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FDCDC-D517-4D9C-97EE-253DDD2A2229}" type="datetimeFigureOut">
              <a:rPr lang="ru-RU" smtClean="0"/>
              <a:t>28.03.2026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1FE81A-9D53-4809-B048-C31B756A1F8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7446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.png"/><Relationship Id="rId7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8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0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11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3.png"/><Relationship Id="rId9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/>
          <p:cNvSpPr txBox="1"/>
          <p:nvPr/>
        </p:nvSpPr>
        <p:spPr>
          <a:xfrm>
            <a:off x="7826375" y="69675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>
                <a:solidFill>
                  <a:srgbClr val="080000"/>
                </a:solidFill>
              </a:rPr>
              <a:t>Кошелев Михаил ИИ-71</a:t>
            </a:r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536FE472-8D69-E933-818A-5C238BC8685C}"/>
              </a:ext>
            </a:extLst>
          </p:cNvPr>
          <p:cNvGrpSpPr/>
          <p:nvPr/>
        </p:nvGrpSpPr>
        <p:grpSpPr>
          <a:xfrm>
            <a:off x="-939115" y="-4819135"/>
            <a:ext cx="14461439" cy="11677135"/>
            <a:chOff x="-1" y="0"/>
            <a:chExt cx="12192000" cy="6858000"/>
          </a:xfrm>
        </p:grpSpPr>
        <p:sp>
          <p:nvSpPr>
            <p:cNvPr id="5" name="Прямоугольник 4">
              <a:extLst>
                <a:ext uri="{FF2B5EF4-FFF2-40B4-BE49-F238E27FC236}">
                  <a16:creationId xmlns:a16="http://schemas.microsoft.com/office/drawing/2014/main" id="{DBF9D518-BB1B-56BE-4B97-FDDD20A1A7EB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2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219FC87B-E11E-B4DA-D294-45DBF99EE13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3DD856F1-ED60-7893-88B5-08C4433E27EA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5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EA226543-80F2-8C41-B5BB-49C6562C9E8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538472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Группа 9"/>
          <p:cNvGrpSpPr/>
          <p:nvPr/>
        </p:nvGrpSpPr>
        <p:grpSpPr>
          <a:xfrm>
            <a:off x="0" y="0"/>
            <a:ext cx="12192000" cy="6858000"/>
            <a:chOff x="-1" y="0"/>
            <a:chExt cx="12192000" cy="6858000"/>
          </a:xfrm>
        </p:grpSpPr>
        <p:sp>
          <p:nvSpPr>
            <p:cNvPr id="9" name="Прямоугольник 8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26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6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/>
          <p:cNvSpPr txBox="1"/>
          <p:nvPr/>
        </p:nvSpPr>
        <p:spPr>
          <a:xfrm>
            <a:off x="7826375" y="63833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>
                <a:solidFill>
                  <a:srgbClr val="DBDBDB"/>
                </a:solidFill>
              </a:rPr>
              <a:t>Кошелев Михаил ИИ-71</a:t>
            </a:r>
          </a:p>
        </p:txBody>
      </p:sp>
      <p:pic>
        <p:nvPicPr>
          <p:cNvPr id="20" name="Picture 2" descr="https://dead-god.ru/wp-content/uploads/2021/11/29-3.png">
            <a:extLst>
              <a:ext uri="{FF2B5EF4-FFF2-40B4-BE49-F238E27FC236}">
                <a16:creationId xmlns:a16="http://schemas.microsoft.com/office/drawing/2014/main" id="{81279451-6798-1A17-900F-8373EF07F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21" y="7453824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https://dead-god.ru/wp-content/uploads/2021/11/50-2.png">
            <a:extLst>
              <a:ext uri="{FF2B5EF4-FFF2-40B4-BE49-F238E27FC236}">
                <a16:creationId xmlns:a16="http://schemas.microsoft.com/office/drawing/2014/main" id="{8278B88A-BDF6-7D36-A92A-D0D13C8732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10447581" y="9621709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98DCE9-5EC3-3315-0911-78D675D659F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1780547" y="4844404"/>
            <a:ext cx="1352739" cy="1343212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DCD7DB8-395C-7015-AA25-2E27B5F2F4E4}"/>
              </a:ext>
            </a:extLst>
          </p:cNvPr>
          <p:cNvSpPr txBox="1"/>
          <p:nvPr/>
        </p:nvSpPr>
        <p:spPr>
          <a:xfrm>
            <a:off x="-1856514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1458F524-D642-785D-FC2A-04B49B8FC5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3493041" y="4806304"/>
            <a:ext cx="1390844" cy="1400370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EBEC077D-B1AF-BC04-60C7-B11409FD5C31}"/>
              </a:ext>
            </a:extLst>
          </p:cNvPr>
          <p:cNvSpPr/>
          <p:nvPr/>
        </p:nvSpPr>
        <p:spPr>
          <a:xfrm>
            <a:off x="-3493041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045DFD-5A51-42CC-8DF0-4CDC50AA3DE7}"/>
              </a:ext>
            </a:extLst>
          </p:cNvPr>
          <p:cNvSpPr txBox="1"/>
          <p:nvPr/>
        </p:nvSpPr>
        <p:spPr>
          <a:xfrm>
            <a:off x="1217560" y="8390538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</a:p>
        </p:txBody>
      </p:sp>
    </p:spTree>
    <p:extLst>
      <p:ext uri="{BB962C8B-B14F-4D97-AF65-F5344CB8AC3E}">
        <p14:creationId xmlns:p14="http://schemas.microsoft.com/office/powerpoint/2010/main" val="2723293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Группа 24">
            <a:extLst>
              <a:ext uri="{FF2B5EF4-FFF2-40B4-BE49-F238E27FC236}">
                <a16:creationId xmlns:a16="http://schemas.microsoft.com/office/drawing/2014/main" id="{7FC25BD7-6ADA-E017-3340-2D04629E8D30}"/>
              </a:ext>
            </a:extLst>
          </p:cNvPr>
          <p:cNvGrpSpPr/>
          <p:nvPr/>
        </p:nvGrpSpPr>
        <p:grpSpPr>
          <a:xfrm>
            <a:off x="0" y="-20135"/>
            <a:ext cx="12192000" cy="6962504"/>
            <a:chOff x="-1" y="0"/>
            <a:chExt cx="12192000" cy="6858000"/>
          </a:xfrm>
        </p:grpSpPr>
        <p:sp>
          <p:nvSpPr>
            <p:cNvPr id="26" name="Прямоугольник 25">
              <a:extLst>
                <a:ext uri="{FF2B5EF4-FFF2-40B4-BE49-F238E27FC236}">
                  <a16:creationId xmlns:a16="http://schemas.microsoft.com/office/drawing/2014/main" id="{79D94C29-8380-E61D-F117-6AB1F540D9B1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7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803B7C43-C028-1AE4-777B-300303B9E19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A8E9019-533B-AA76-B8C3-5CE01AE485E6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29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05B8FB14-1C85-D590-FA9D-E3F73B70DBF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10"/>
          <p:cNvSpPr txBox="1"/>
          <p:nvPr/>
        </p:nvSpPr>
        <p:spPr>
          <a:xfrm>
            <a:off x="7826375" y="63833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B1B2B2"/>
                </a:solidFill>
              </a:rPr>
              <a:t>Кошелев Михаил ИИ-71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0" y="-682354"/>
            <a:ext cx="11344643" cy="69625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5904411" y="1324872"/>
            <a:ext cx="0" cy="608430"/>
          </a:xfrm>
          <a:prstGeom prst="line">
            <a:avLst/>
          </a:prstGeom>
          <a:ln w="76200">
            <a:solidFill>
              <a:srgbClr val="B1B2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https://dead-god.ru/wp-content/uploads/2021/11/29-3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21" y="1324873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ttps://dead-god.ru/wp-content/uploads/2021/11/50-2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10447581" y="3492758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7112" y="4844404"/>
            <a:ext cx="1352739" cy="13432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145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19227" y="4806304"/>
            <a:ext cx="1390844" cy="1400370"/>
          </a:xfrm>
          <a:prstGeom prst="rect">
            <a:avLst/>
          </a:prstGeom>
        </p:spPr>
      </p:pic>
      <p:sp>
        <p:nvSpPr>
          <p:cNvPr id="21" name="Прямоугольник 20"/>
          <p:cNvSpPr/>
          <p:nvPr/>
        </p:nvSpPr>
        <p:spPr>
          <a:xfrm>
            <a:off x="1919227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</a:p>
        </p:txBody>
      </p: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22D3E76B-BD85-8108-0AE7-2D8743C0C377}"/>
              </a:ext>
            </a:extLst>
          </p:cNvPr>
          <p:cNvSpPr/>
          <p:nvPr/>
        </p:nvSpPr>
        <p:spPr>
          <a:xfrm>
            <a:off x="12170002" y="-20135"/>
            <a:ext cx="14461439" cy="6926692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2F5C1409-4F0D-E5C1-E348-50DC193BAD65}"/>
              </a:ext>
            </a:extLst>
          </p:cNvPr>
          <p:cNvGrpSpPr/>
          <p:nvPr/>
        </p:nvGrpSpPr>
        <p:grpSpPr>
          <a:xfrm>
            <a:off x="12195599" y="288372"/>
            <a:ext cx="3315406" cy="30171114"/>
            <a:chOff x="9531908" y="-188712"/>
            <a:chExt cx="3315406" cy="30171114"/>
          </a:xfrm>
        </p:grpSpPr>
        <p:grpSp>
          <p:nvGrpSpPr>
            <p:cNvPr id="34" name="Группа 33">
              <a:extLst>
                <a:ext uri="{FF2B5EF4-FFF2-40B4-BE49-F238E27FC236}">
                  <a16:creationId xmlns:a16="http://schemas.microsoft.com/office/drawing/2014/main" id="{94687A1B-FA9A-2DAD-FD4E-13D881C327B9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37" name="Группа 36">
                <a:extLst>
                  <a:ext uri="{FF2B5EF4-FFF2-40B4-BE49-F238E27FC236}">
                    <a16:creationId xmlns:a16="http://schemas.microsoft.com/office/drawing/2014/main" id="{C766E55A-0C47-A8C7-C5A9-72BBBCDB5F22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39" name="Группа 38">
                  <a:extLst>
                    <a:ext uri="{FF2B5EF4-FFF2-40B4-BE49-F238E27FC236}">
                      <a16:creationId xmlns:a16="http://schemas.microsoft.com/office/drawing/2014/main" id="{33DBB938-5D12-8BDD-349D-167F3574D9A8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41" name="Прямоугольник 40">
                    <a:extLst>
                      <a:ext uri="{FF2B5EF4-FFF2-40B4-BE49-F238E27FC236}">
                        <a16:creationId xmlns:a16="http://schemas.microsoft.com/office/drawing/2014/main" id="{AACA0E51-65C4-C4C5-1D7B-84C07A93E276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42" name="TextBox 41">
                    <a:extLst>
                      <a:ext uri="{FF2B5EF4-FFF2-40B4-BE49-F238E27FC236}">
                        <a16:creationId xmlns:a16="http://schemas.microsoft.com/office/drawing/2014/main" id="{13F18CBE-A2B5-7C9F-ECCB-5D8832ED5E73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40" name="TextBox 39">
                  <a:extLst>
                    <a:ext uri="{FF2B5EF4-FFF2-40B4-BE49-F238E27FC236}">
                      <a16:creationId xmlns:a16="http://schemas.microsoft.com/office/drawing/2014/main" id="{6E9C87A2-7289-191B-1EF1-7FA4366B163E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81A8780B-683E-0AF4-6C79-F15EE26A1DF6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6C797C43-5F2E-D148-091E-DD07FED99103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89A12409-673C-F522-F76D-2F70D462F0EC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7F02898E-D146-1078-AFEF-7D10086AD276}"/>
              </a:ext>
            </a:extLst>
          </p:cNvPr>
          <p:cNvSpPr/>
          <p:nvPr/>
        </p:nvSpPr>
        <p:spPr>
          <a:xfrm>
            <a:off x="12194870" y="-2146852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758E22E-BE05-4F4D-D4E0-6E268FC83D45}"/>
              </a:ext>
            </a:extLst>
          </p:cNvPr>
          <p:cNvSpPr txBox="1"/>
          <p:nvPr/>
        </p:nvSpPr>
        <p:spPr>
          <a:xfrm>
            <a:off x="1217560" y="2112831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606A4C-705D-2F38-196F-6FA623A7AD45}"/>
              </a:ext>
            </a:extLst>
          </p:cNvPr>
          <p:cNvSpPr txBox="1"/>
          <p:nvPr/>
        </p:nvSpPr>
        <p:spPr>
          <a:xfrm>
            <a:off x="189595" y="7150776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A0B2740-1C1C-9C39-477A-EE8CCD52FE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53213">
            <a:off x="8309023" y="7135498"/>
            <a:ext cx="582226" cy="748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88343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BF87CF65-A8CD-C9D1-8020-E25BDAE0787F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3" name="Прямоугольник 2">
              <a:extLst>
                <a:ext uri="{FF2B5EF4-FFF2-40B4-BE49-F238E27FC236}">
                  <a16:creationId xmlns:a16="http://schemas.microsoft.com/office/drawing/2014/main" id="{FFBF0328-9653-B1CD-3CA1-671F431B9481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AC18C9BC-73F2-5E83-71A1-BBE3ADF1F0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23B2F48B-947C-E876-F845-9805F4ED523B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7B3C33C1-FAF4-E25A-8253-620E260F743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8433E0A8-B513-74DB-9CF9-9E8967516803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9163804-27D1-14C2-9917-9632ED58E6B9}"/>
              </a:ext>
            </a:extLst>
          </p:cNvPr>
          <p:cNvSpPr/>
          <p:nvPr/>
        </p:nvSpPr>
        <p:spPr>
          <a:xfrm>
            <a:off x="-11664783" y="-682354"/>
            <a:ext cx="11344643" cy="69625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30A8BD8D-5C4D-D5CB-A002-ACFA83B7F57A}"/>
              </a:ext>
            </a:extLst>
          </p:cNvPr>
          <p:cNvCxnSpPr/>
          <p:nvPr/>
        </p:nvCxnSpPr>
        <p:spPr>
          <a:xfrm>
            <a:off x="-6481341" y="1324873"/>
            <a:ext cx="0" cy="608430"/>
          </a:xfrm>
          <a:prstGeom prst="line">
            <a:avLst/>
          </a:prstGeom>
          <a:ln w="76200">
            <a:solidFill>
              <a:srgbClr val="B1B2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F0A84D3-075F-2D0C-A6B6-93E4BBF031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11517671" y="4844404"/>
            <a:ext cx="1352739" cy="134321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4B0E163C-9F9D-5CAE-2745-B952FD2C6531}"/>
              </a:ext>
            </a:extLst>
          </p:cNvPr>
          <p:cNvSpPr txBox="1"/>
          <p:nvPr/>
        </p:nvSpPr>
        <p:spPr>
          <a:xfrm>
            <a:off x="-11593638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3C08B743-C9D8-ADD4-57B0-A1DAF9451A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9745556" y="4806304"/>
            <a:ext cx="1390844" cy="140037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0CF76B75-3A8D-E3CC-4DDA-6666F7447982}"/>
              </a:ext>
            </a:extLst>
          </p:cNvPr>
          <p:cNvSpPr/>
          <p:nvPr/>
        </p:nvSpPr>
        <p:spPr>
          <a:xfrm>
            <a:off x="-9745556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BCF4A842-882F-5CA5-4265-3F6462F2F30D}"/>
              </a:ext>
            </a:extLst>
          </p:cNvPr>
          <p:cNvGrpSpPr/>
          <p:nvPr/>
        </p:nvGrpSpPr>
        <p:grpSpPr>
          <a:xfrm>
            <a:off x="9531908" y="288372"/>
            <a:ext cx="3315406" cy="30171114"/>
            <a:chOff x="9531908" y="-188712"/>
            <a:chExt cx="3315406" cy="30171114"/>
          </a:xfrm>
        </p:grpSpPr>
        <p:grpSp>
          <p:nvGrpSpPr>
            <p:cNvPr id="39" name="Группа 38">
              <a:extLst>
                <a:ext uri="{FF2B5EF4-FFF2-40B4-BE49-F238E27FC236}">
                  <a16:creationId xmlns:a16="http://schemas.microsoft.com/office/drawing/2014/main" id="{7219B1B3-6B1A-7CE9-8D1D-531589D002DD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38" name="Группа 37">
                <a:extLst>
                  <a:ext uri="{FF2B5EF4-FFF2-40B4-BE49-F238E27FC236}">
                    <a16:creationId xmlns:a16="http://schemas.microsoft.com/office/drawing/2014/main" id="{BFED8382-7F41-5292-7C8B-09A07B746FBE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34" name="Группа 33">
                  <a:extLst>
                    <a:ext uri="{FF2B5EF4-FFF2-40B4-BE49-F238E27FC236}">
                      <a16:creationId xmlns:a16="http://schemas.microsoft.com/office/drawing/2014/main" id="{EA0CEBE4-58FC-9AE5-3BAA-C222D8F4E4EA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9" name="Прямоугольник 28">
                    <a:extLst>
                      <a:ext uri="{FF2B5EF4-FFF2-40B4-BE49-F238E27FC236}">
                        <a16:creationId xmlns:a16="http://schemas.microsoft.com/office/drawing/2014/main" id="{B5FDA513-D5B0-024C-1F02-6EC3D25F46C0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33" name="TextBox 32">
                    <a:extLst>
                      <a:ext uri="{FF2B5EF4-FFF2-40B4-BE49-F238E27FC236}">
                        <a16:creationId xmlns:a16="http://schemas.microsoft.com/office/drawing/2014/main" id="{029FCB31-72FA-DAA2-E018-FA8A36FF064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5E4D6C8F-F2BF-D6EA-7240-53E556FF1EBF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93AD2227-CE8D-E102-4C03-45C777FD7B25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4DFE221-89D8-0C8D-D2A9-9C05B39CC36E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EDA42CB-2F7E-1F1A-24CC-61BDCCE83770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44" name="Прямоугольник 43">
            <a:extLst>
              <a:ext uri="{FF2B5EF4-FFF2-40B4-BE49-F238E27FC236}">
                <a16:creationId xmlns:a16="http://schemas.microsoft.com/office/drawing/2014/main" id="{2C5E7561-6D72-F770-FA5C-FAB7C17C5572}"/>
              </a:ext>
            </a:extLst>
          </p:cNvPr>
          <p:cNvSpPr/>
          <p:nvPr/>
        </p:nvSpPr>
        <p:spPr>
          <a:xfrm>
            <a:off x="9531179" y="-2146852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509B33-0403-A1F6-73EA-7209409CA4BD}"/>
              </a:ext>
            </a:extLst>
          </p:cNvPr>
          <p:cNvSpPr txBox="1"/>
          <p:nvPr/>
        </p:nvSpPr>
        <p:spPr>
          <a:xfrm>
            <a:off x="207180" y="194573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</a:p>
        </p:txBody>
      </p:sp>
      <p:pic>
        <p:nvPicPr>
          <p:cNvPr id="5" name="Picture 2" descr="https://dead-god.ru/wp-content/uploads/2021/11/29-3.png">
            <a:extLst>
              <a:ext uri="{FF2B5EF4-FFF2-40B4-BE49-F238E27FC236}">
                <a16:creationId xmlns:a16="http://schemas.microsoft.com/office/drawing/2014/main" id="{AFA5ADFA-FBD5-5CDF-B5EB-8D02D555D2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1783710" y="1324873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https://dead-god.ru/wp-content/uploads/2021/11/50-2.png">
            <a:extLst>
              <a:ext uri="{FF2B5EF4-FFF2-40B4-BE49-F238E27FC236}">
                <a16:creationId xmlns:a16="http://schemas.microsoft.com/office/drawing/2014/main" id="{D88E232A-9A98-6DF4-5233-28E15F9095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-1967150" y="3492758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1CF8D25-412B-EC7F-1937-CE62B43B2476}"/>
              </a:ext>
            </a:extLst>
          </p:cNvPr>
          <p:cNvSpPr txBox="1"/>
          <p:nvPr/>
        </p:nvSpPr>
        <p:spPr>
          <a:xfrm>
            <a:off x="-11197171" y="2112831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89E8FABB-A6F4-AF9F-DA5F-A0DE87308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75602">
            <a:off x="7288638" y="8883819"/>
            <a:ext cx="941546" cy="1076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F732CE4-27B5-DF29-5E76-A91AAEBE5C59}"/>
              </a:ext>
            </a:extLst>
          </p:cNvPr>
          <p:cNvSpPr txBox="1"/>
          <p:nvPr/>
        </p:nvSpPr>
        <p:spPr>
          <a:xfrm>
            <a:off x="207180" y="6799940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людям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кот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орые не способны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различать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настоящие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новости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от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также для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экономии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времени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22CB463-3D84-64AB-4D00-98D7C8DC2F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53213">
            <a:off x="8309023" y="2120723"/>
            <a:ext cx="582226" cy="748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579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3D5E6445-5A64-DB21-6817-3D2DEE5DD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2797AF98-3F05-F9B6-D14E-5F9CBF0B3F57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DABEBFC1-652F-80A9-1312-E797F89F45EF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4D31CDD9-2A94-DD1A-BDAA-CDA6610A5B1D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FF9EF359-CEF5-F341-A13D-5BC3CE5F5D2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ACC33BE-1584-654A-4208-D40F81F6526B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6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2E814155-7B4F-5552-3AC2-9B71099C120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7E7E0624-14E9-A809-4774-A207738CC1A5}"/>
              </a:ext>
            </a:extLst>
          </p:cNvPr>
          <p:cNvGrpSpPr/>
          <p:nvPr/>
        </p:nvGrpSpPr>
        <p:grpSpPr>
          <a:xfrm>
            <a:off x="9531908" y="-5516083"/>
            <a:ext cx="3315406" cy="30171114"/>
            <a:chOff x="9531908" y="-188712"/>
            <a:chExt cx="3315406" cy="30171114"/>
          </a:xfrm>
        </p:grpSpPr>
        <p:grpSp>
          <p:nvGrpSpPr>
            <p:cNvPr id="43" name="Группа 42">
              <a:extLst>
                <a:ext uri="{FF2B5EF4-FFF2-40B4-BE49-F238E27FC236}">
                  <a16:creationId xmlns:a16="http://schemas.microsoft.com/office/drawing/2014/main" id="{0F9BFC2C-5E43-9E18-6C08-0E054D348460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46" name="Группа 45">
                <a:extLst>
                  <a:ext uri="{FF2B5EF4-FFF2-40B4-BE49-F238E27FC236}">
                    <a16:creationId xmlns:a16="http://schemas.microsoft.com/office/drawing/2014/main" id="{69D3FA84-8986-45CB-C894-737B4C159CCE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48" name="Группа 47">
                  <a:extLst>
                    <a:ext uri="{FF2B5EF4-FFF2-40B4-BE49-F238E27FC236}">
                      <a16:creationId xmlns:a16="http://schemas.microsoft.com/office/drawing/2014/main" id="{2FCF9741-7EA0-1DD1-4E5D-73C72302B802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50" name="Прямоугольник 49">
                    <a:extLst>
                      <a:ext uri="{FF2B5EF4-FFF2-40B4-BE49-F238E27FC236}">
                        <a16:creationId xmlns:a16="http://schemas.microsoft.com/office/drawing/2014/main" id="{98BCF8A7-515B-A9DA-D955-3BE70EBFBC54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51" name="TextBox 50">
                    <a:extLst>
                      <a:ext uri="{FF2B5EF4-FFF2-40B4-BE49-F238E27FC236}">
                        <a16:creationId xmlns:a16="http://schemas.microsoft.com/office/drawing/2014/main" id="{D9680363-5C3D-B2D0-3F72-6BBCD0243FC1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AA6E052C-DDE8-B48C-2B0C-DF77480239F2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1BA66992-0607-4064-C131-CCDB87F56BE3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DA6F3CFB-AD1A-0D0F-F20F-3F0E6BFA967E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4FC71D6-5795-3424-EFD9-C58F10FF475D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52" name="Прямоугольник 51">
            <a:extLst>
              <a:ext uri="{FF2B5EF4-FFF2-40B4-BE49-F238E27FC236}">
                <a16:creationId xmlns:a16="http://schemas.microsoft.com/office/drawing/2014/main" id="{C297F421-E59C-78A1-37EA-0339348A2A2C}"/>
              </a:ext>
            </a:extLst>
          </p:cNvPr>
          <p:cNvSpPr/>
          <p:nvPr/>
        </p:nvSpPr>
        <p:spPr>
          <a:xfrm>
            <a:off x="9531179" y="-7951313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D2A5A6-4021-B979-300C-F49A18519008}"/>
              </a:ext>
            </a:extLst>
          </p:cNvPr>
          <p:cNvSpPr txBox="1"/>
          <p:nvPr/>
        </p:nvSpPr>
        <p:spPr>
          <a:xfrm>
            <a:off x="207180" y="-3276902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BA7F2-1C3F-A981-5AF2-FD6ACEBD25D5}"/>
              </a:ext>
            </a:extLst>
          </p:cNvPr>
          <p:cNvSpPr txBox="1"/>
          <p:nvPr/>
        </p:nvSpPr>
        <p:spPr>
          <a:xfrm>
            <a:off x="207180" y="1775547"/>
            <a:ext cx="92117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быстрого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пределения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фейковой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информации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также для э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кономии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времени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D43BFFB-F32D-D9BE-7C64-AFC8205DAC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75602">
            <a:off x="7449645" y="4320937"/>
            <a:ext cx="941546" cy="1076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F0957DA8-2295-17B5-4462-BE1CD8D012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53213">
            <a:off x="8309023" y="-3760326"/>
            <a:ext cx="582226" cy="748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12581AD-67BA-F05A-9908-6D9CB54E7CC0}"/>
              </a:ext>
            </a:extLst>
          </p:cNvPr>
          <p:cNvSpPr txBox="1"/>
          <p:nvPr/>
        </p:nvSpPr>
        <p:spPr>
          <a:xfrm>
            <a:off x="207180" y="7011700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B1B2B2"/>
                </a:solidFill>
                <a:latin typeface="Arial Black" panose="020B0A04020102020204" pitchFamily="34" charset="0"/>
              </a:rPr>
              <a:t>API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для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окупателей(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B2C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):</a:t>
            </a:r>
          </a:p>
          <a:p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атели могут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пользоват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ься ботом бесплатно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2-3 раза з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день, а безлимит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за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латную подписку.</a:t>
            </a:r>
          </a:p>
        </p:txBody>
      </p:sp>
      <p:pic>
        <p:nvPicPr>
          <p:cNvPr id="20" name="Picture 2">
            <a:extLst>
              <a:ext uri="{FF2B5EF4-FFF2-40B4-BE49-F238E27FC236}">
                <a16:creationId xmlns:a16="http://schemas.microsoft.com/office/drawing/2014/main" id="{862028EF-3FF4-D0A4-67BF-1884D4CC3B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289" y="10237863"/>
            <a:ext cx="812602" cy="1003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518988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21770A5-6FC4-913E-A51B-34FA53C2D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F1AD66-8DAD-8999-70AF-8A183A448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8C65BDF8-0E14-6960-EF89-46D47DA4F9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2BCEE0F5-246B-9A94-9ABF-B29CC12FF25A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C0A41A46-566B-93F4-C2C1-33D237DDCF58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90778817-9BE8-75FF-58D6-DC7FCDE818D2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52947A3E-1144-9401-0762-6B8EB219086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AE10A61-9F21-4A89-0DBE-3337995D25C3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C914A57D-DD97-369F-0BDE-452DD1819D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53AD3B76-8F97-5A10-845D-4686B02664FE}"/>
              </a:ext>
            </a:extLst>
          </p:cNvPr>
          <p:cNvGrpSpPr/>
          <p:nvPr/>
        </p:nvGrpSpPr>
        <p:grpSpPr>
          <a:xfrm>
            <a:off x="9531908" y="-11320547"/>
            <a:ext cx="3315406" cy="30171114"/>
            <a:chOff x="9531908" y="-188712"/>
            <a:chExt cx="3315406" cy="30171114"/>
          </a:xfrm>
        </p:grpSpPr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A3865975-8E7F-2323-81FB-998BCCE106CD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8" name="Группа 17">
                <a:extLst>
                  <a:ext uri="{FF2B5EF4-FFF2-40B4-BE49-F238E27FC236}">
                    <a16:creationId xmlns:a16="http://schemas.microsoft.com/office/drawing/2014/main" id="{6890E403-967B-8535-3AAD-C788FDFBBE37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0" name="Группа 19">
                  <a:extLst>
                    <a:ext uri="{FF2B5EF4-FFF2-40B4-BE49-F238E27FC236}">
                      <a16:creationId xmlns:a16="http://schemas.microsoft.com/office/drawing/2014/main" id="{9C02647C-9BB2-CCEC-0F1B-6EA9C6DABB6A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2" name="Прямоугольник 21">
                    <a:extLst>
                      <a:ext uri="{FF2B5EF4-FFF2-40B4-BE49-F238E27FC236}">
                        <a16:creationId xmlns:a16="http://schemas.microsoft.com/office/drawing/2014/main" id="{198CF263-5B81-B0D1-2C05-A81F3A9D5C30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C7C20443-C932-AF37-C0B1-5C87CD17065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49E1CC9E-DF46-B173-2E1B-35E04259F5AE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CD8F1CF9-74CD-6B78-803D-5D83E14415E3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4D87C79-3090-6B57-E1B1-7FF024ED923A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A2B8263-6ECD-B801-E521-C477D4110A15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200B8362-E92A-B3E2-3534-08AD85E8CC93}"/>
              </a:ext>
            </a:extLst>
          </p:cNvPr>
          <p:cNvSpPr/>
          <p:nvPr/>
        </p:nvSpPr>
        <p:spPr>
          <a:xfrm>
            <a:off x="9531179" y="-13716020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37AA50B-D2F1-F8CD-6CD4-D6AE055742B0}"/>
              </a:ext>
            </a:extLst>
          </p:cNvPr>
          <p:cNvSpPr txBox="1"/>
          <p:nvPr/>
        </p:nvSpPr>
        <p:spPr>
          <a:xfrm>
            <a:off x="207180" y="-3864874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людям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кот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орые не способны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различать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настоящие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новости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от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также для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экономии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времени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3DDCD899-5D8F-46FF-4072-E023F77D3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75602">
            <a:off x="7288638" y="-1549996"/>
            <a:ext cx="941546" cy="1076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92C7A91-1A1A-A656-E00D-D806FD586806}"/>
              </a:ext>
            </a:extLst>
          </p:cNvPr>
          <p:cNvSpPr txBox="1"/>
          <p:nvPr/>
        </p:nvSpPr>
        <p:spPr>
          <a:xfrm>
            <a:off x="207180" y="1775547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B1B2B2"/>
                </a:solidFill>
                <a:latin typeface="Arial Black" panose="020B0A04020102020204" pitchFamily="34" charset="0"/>
              </a:rPr>
              <a:t>API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для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окупателей(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B2C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):</a:t>
            </a:r>
          </a:p>
          <a:p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атели могут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пользоват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ься ботом бесплатно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2-3 раза з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день, а безлимит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за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латную подписку.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B0A9EFD3-C989-9712-A53D-3D08B3C4E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289" y="5001710"/>
            <a:ext cx="812602" cy="1003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1D8569B9-E84C-CCE6-7E13-5EFFADD3FADB}"/>
              </a:ext>
            </a:extLst>
          </p:cNvPr>
          <p:cNvSpPr txBox="1"/>
          <p:nvPr/>
        </p:nvSpPr>
        <p:spPr>
          <a:xfrm>
            <a:off x="207180" y="8048166"/>
            <a:ext cx="92117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 моим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расчётам сезонность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моего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екта будет где то 3-4</a:t>
            </a: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раза за г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од, из-за войн,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выборов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или просто громких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событий.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Именно в это время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сам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ый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большой спрос.</a:t>
            </a: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84D52016-1E98-7934-8304-6C6CDF695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83629">
            <a:off x="211570" y="11863363"/>
            <a:ext cx="745757" cy="745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>
            <a:extLst>
              <a:ext uri="{FF2B5EF4-FFF2-40B4-BE49-F238E27FC236}">
                <a16:creationId xmlns:a16="http://schemas.microsoft.com/office/drawing/2014/main" id="{3E18E84D-F524-9145-5721-B7347840C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32997">
            <a:off x="7334114" y="7253241"/>
            <a:ext cx="614934" cy="85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478895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A58C26D-D90C-2741-58E7-45C45086E1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958EDBA-8D61-771C-7536-B3F81CAC99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9E76ACA1-C9A0-F7C4-730C-B657710B4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2D42E95-F95F-C855-1F7C-3887D0BABAE2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7AFAA19-1D2E-2805-2154-161FD0D97DE4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9BB6E6BF-315F-B0C3-7E25-1C7AB908542B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DA04FE1B-9E62-6D15-5B5F-8E1947E2C17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0D869C18-EA2B-2C0D-1392-910E1CA28B1B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2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CE95DA8F-9063-82DF-9B29-9B37965BB3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B5EFF991-142F-6727-D69D-A640C94A3569}"/>
              </a:ext>
            </a:extLst>
          </p:cNvPr>
          <p:cNvGrpSpPr/>
          <p:nvPr/>
        </p:nvGrpSpPr>
        <p:grpSpPr>
          <a:xfrm>
            <a:off x="9531908" y="-17164761"/>
            <a:ext cx="3315406" cy="30171114"/>
            <a:chOff x="9531908" y="-188712"/>
            <a:chExt cx="3315406" cy="30171114"/>
          </a:xfrm>
        </p:grpSpPr>
        <p:grpSp>
          <p:nvGrpSpPr>
            <p:cNvPr id="16" name="Группа 15">
              <a:extLst>
                <a:ext uri="{FF2B5EF4-FFF2-40B4-BE49-F238E27FC236}">
                  <a16:creationId xmlns:a16="http://schemas.microsoft.com/office/drawing/2014/main" id="{258332B6-115D-2210-42A5-44BF09DA3384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9" name="Группа 18">
                <a:extLst>
                  <a:ext uri="{FF2B5EF4-FFF2-40B4-BE49-F238E27FC236}">
                    <a16:creationId xmlns:a16="http://schemas.microsoft.com/office/drawing/2014/main" id="{FDD611A0-D4F3-5DFB-9C5B-973C50FB60BE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1" name="Группа 20">
                  <a:extLst>
                    <a:ext uri="{FF2B5EF4-FFF2-40B4-BE49-F238E27FC236}">
                      <a16:creationId xmlns:a16="http://schemas.microsoft.com/office/drawing/2014/main" id="{AA4ABA70-52C5-DE0E-D713-AAFEE4D85E65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3" name="Прямоугольник 22">
                    <a:extLst>
                      <a:ext uri="{FF2B5EF4-FFF2-40B4-BE49-F238E27FC236}">
                        <a16:creationId xmlns:a16="http://schemas.microsoft.com/office/drawing/2014/main" id="{622A8747-A438-07A8-D770-56892B7CA383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F1BA967-B2F3-E6DB-B26B-6495FEC803DF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518058C6-854A-358F-0F5F-28BC36ADF628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E4DB485-2883-1D9F-A0AC-FB47ABDBEA69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4A67C4-0D55-196B-B01F-8C16E939C78E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716BEF9-C775-B75E-C1CD-BDA688A1075B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CF1F6907-53B5-5B32-6AE7-B3230B152A0E}"/>
              </a:ext>
            </a:extLst>
          </p:cNvPr>
          <p:cNvSpPr/>
          <p:nvPr/>
        </p:nvSpPr>
        <p:spPr>
          <a:xfrm>
            <a:off x="9531179" y="-19560234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6FB36B-F8A7-1F86-ACDB-6E36646E4639}"/>
              </a:ext>
            </a:extLst>
          </p:cNvPr>
          <p:cNvSpPr txBox="1"/>
          <p:nvPr/>
        </p:nvSpPr>
        <p:spPr>
          <a:xfrm>
            <a:off x="207180" y="-440389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B1B2B2"/>
                </a:solidFill>
                <a:latin typeface="Arial Black" panose="020B0A04020102020204" pitchFamily="34" charset="0"/>
              </a:rPr>
              <a:t>API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для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окупателей(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B2C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):</a:t>
            </a:r>
          </a:p>
          <a:p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атели могут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пользоват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ься ботом бесплатно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2-3 раза з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день, а безлимит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за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латную подписку.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BC9F5CAA-4E58-4E2F-1DEA-3B4B1F398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289" y="-1177728"/>
            <a:ext cx="812602" cy="1003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36EFBB7-B1DC-4BB2-8A82-97DC3E616675}"/>
              </a:ext>
            </a:extLst>
          </p:cNvPr>
          <p:cNvSpPr txBox="1"/>
          <p:nvPr/>
        </p:nvSpPr>
        <p:spPr>
          <a:xfrm>
            <a:off x="207180" y="2118986"/>
            <a:ext cx="92117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 моим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расчётам сезонность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моего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екта будет где то 3-4</a:t>
            </a: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раза за г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од, из-за войн,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выборов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или просто громких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событий.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Именно в это время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сам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ый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большой спрос.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41BFAAF0-99A6-0DF9-EF84-6421A69CAA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83629">
            <a:off x="211570" y="5934183"/>
            <a:ext cx="745757" cy="745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>
            <a:extLst>
              <a:ext uri="{FF2B5EF4-FFF2-40B4-BE49-F238E27FC236}">
                <a16:creationId xmlns:a16="http://schemas.microsoft.com/office/drawing/2014/main" id="{F68C3AB8-001C-02E8-4D02-3450AE06A2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32997">
            <a:off x="7334114" y="1324061"/>
            <a:ext cx="614934" cy="85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C036AFB-EA3B-E05A-301B-25965680A34F}"/>
              </a:ext>
            </a:extLst>
          </p:cNvPr>
          <p:cNvSpPr txBox="1"/>
          <p:nvPr/>
        </p:nvSpPr>
        <p:spPr>
          <a:xfrm>
            <a:off x="380430" y="753147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Моим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ектом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будут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пользоватьс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люди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всех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возрастов,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но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имеющие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одну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проблему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плохое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различие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правды от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лжи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 интернете.</a:t>
            </a:r>
          </a:p>
        </p:txBody>
      </p:sp>
      <p:pic>
        <p:nvPicPr>
          <p:cNvPr id="26" name="Picture 2">
            <a:extLst>
              <a:ext uri="{FF2B5EF4-FFF2-40B4-BE49-F238E27FC236}">
                <a16:creationId xmlns:a16="http://schemas.microsoft.com/office/drawing/2014/main" id="{80864075-119B-80F1-F923-B24E1DBD89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14306">
            <a:off x="7998028" y="7221423"/>
            <a:ext cx="688129" cy="72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>
            <a:extLst>
              <a:ext uri="{FF2B5EF4-FFF2-40B4-BE49-F238E27FC236}">
                <a16:creationId xmlns:a16="http://schemas.microsoft.com/office/drawing/2014/main" id="{BCEB7D3D-65F6-A79D-AB9B-8DBBC997BF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269849">
            <a:off x="118127" y="6991250"/>
            <a:ext cx="571500" cy="600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33820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1F3DD76-561E-ED8E-4B25-DBA753D4E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B7A04ED-92ED-6028-229D-11370F54CE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8C8AE092-5DEA-327B-D5EA-7FADED2804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3654533-673A-7E94-C21F-D451C91154A8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1954354A-9443-BCB6-880A-C51492CD2CA4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8" name="Прямоугольник 7">
              <a:extLst>
                <a:ext uri="{FF2B5EF4-FFF2-40B4-BE49-F238E27FC236}">
                  <a16:creationId xmlns:a16="http://schemas.microsoft.com/office/drawing/2014/main" id="{9C87D0C6-CA02-E530-53AC-5111A8FFAC53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52954CCC-B10A-A4C8-0CB2-CB571B05D3D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3757BFE7-ACF9-EBF8-C7FE-5A8FB43F8A08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7E323435-8B9A-AD24-289D-32F875CC84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633DAA7E-7BC6-AB60-15CD-283EE05544D7}"/>
              </a:ext>
            </a:extLst>
          </p:cNvPr>
          <p:cNvGrpSpPr/>
          <p:nvPr/>
        </p:nvGrpSpPr>
        <p:grpSpPr>
          <a:xfrm>
            <a:off x="9531908" y="-22929462"/>
            <a:ext cx="3315406" cy="30171114"/>
            <a:chOff x="9531908" y="-188712"/>
            <a:chExt cx="3315406" cy="30171114"/>
          </a:xfrm>
        </p:grpSpPr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2B824B15-5D14-EE1E-F3AD-442BD7D6F02A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8" name="Группа 17">
                <a:extLst>
                  <a:ext uri="{FF2B5EF4-FFF2-40B4-BE49-F238E27FC236}">
                    <a16:creationId xmlns:a16="http://schemas.microsoft.com/office/drawing/2014/main" id="{9861E8D2-E58E-BA87-D0CD-3286B2CA1A2D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0" name="Группа 19">
                  <a:extLst>
                    <a:ext uri="{FF2B5EF4-FFF2-40B4-BE49-F238E27FC236}">
                      <a16:creationId xmlns:a16="http://schemas.microsoft.com/office/drawing/2014/main" id="{0E2C02FC-836A-CE2C-1AA0-62E0EE6B8532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2" name="Прямоугольник 21">
                    <a:extLst>
                      <a:ext uri="{FF2B5EF4-FFF2-40B4-BE49-F238E27FC236}">
                        <a16:creationId xmlns:a16="http://schemas.microsoft.com/office/drawing/2014/main" id="{E3C7DDFE-7937-7897-D215-0B43FCBCE9FD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23" name="TextBox 22">
                    <a:extLst>
                      <a:ext uri="{FF2B5EF4-FFF2-40B4-BE49-F238E27FC236}">
                        <a16:creationId xmlns:a16="http://schemas.microsoft.com/office/drawing/2014/main" id="{63C6550A-622D-AA90-B0DB-E3D7A56D64FB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DB824648-2430-B7CB-704B-137F0032F170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D34D286-217C-67E9-D40A-43940A1D7402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09098CB-D5B6-508D-DC9A-27F50E9DD631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211EF023-B76F-74D6-DFDA-A5A99AD656F2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EA2DE505-A96B-4CF0-5CCD-7B1320726C5F}"/>
              </a:ext>
            </a:extLst>
          </p:cNvPr>
          <p:cNvSpPr/>
          <p:nvPr/>
        </p:nvSpPr>
        <p:spPr>
          <a:xfrm>
            <a:off x="9531179" y="-253249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6528DD-A654-3FF7-C1DB-F4C6C5507817}"/>
              </a:ext>
            </a:extLst>
          </p:cNvPr>
          <p:cNvSpPr txBox="1"/>
          <p:nvPr/>
        </p:nvSpPr>
        <p:spPr>
          <a:xfrm>
            <a:off x="207180" y="-4868977"/>
            <a:ext cx="92117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 моим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расчётам сезонность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моего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екта будет где то 3-4</a:t>
            </a: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раза за г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од, из-за войн,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выборов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или просто громких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событий.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Именно в это время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сам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ый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большой спрос.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4AC64E7A-F128-88D0-3367-5AA2442485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83629">
            <a:off x="211570" y="-1053780"/>
            <a:ext cx="745757" cy="745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>
            <a:extLst>
              <a:ext uri="{FF2B5EF4-FFF2-40B4-BE49-F238E27FC236}">
                <a16:creationId xmlns:a16="http://schemas.microsoft.com/office/drawing/2014/main" id="{A8EEDC4F-D74F-66D9-BBF8-045E9A0AEC4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32997">
            <a:off x="7334114" y="-5663902"/>
            <a:ext cx="614934" cy="85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E4515263-DC4F-7A81-4401-99AC06864C33}"/>
              </a:ext>
            </a:extLst>
          </p:cNvPr>
          <p:cNvSpPr txBox="1"/>
          <p:nvPr/>
        </p:nvSpPr>
        <p:spPr>
          <a:xfrm>
            <a:off x="380430" y="1987303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Моим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ектом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будут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пользоватьс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люди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всех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возрастов,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но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имеющие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одну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проблему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плохое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различие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правды от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лжи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 интернете.</a:t>
            </a:r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91906D45-0ECC-82E3-3DC9-2B3A8020FC5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14306">
            <a:off x="7998028" y="1677255"/>
            <a:ext cx="688129" cy="72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>
            <a:extLst>
              <a:ext uri="{FF2B5EF4-FFF2-40B4-BE49-F238E27FC236}">
                <a16:creationId xmlns:a16="http://schemas.microsoft.com/office/drawing/2014/main" id="{C5C9F0E6-6845-3ACC-F708-CE867978F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269849">
            <a:off x="118127" y="1447082"/>
            <a:ext cx="571500" cy="600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Прямоугольник 31">
            <a:extLst>
              <a:ext uri="{FF2B5EF4-FFF2-40B4-BE49-F238E27FC236}">
                <a16:creationId xmlns:a16="http://schemas.microsoft.com/office/drawing/2014/main" id="{1EA0A6C7-F8E8-80B9-3FF7-851BB3910B98}"/>
              </a:ext>
            </a:extLst>
          </p:cNvPr>
          <p:cNvSpPr/>
          <p:nvPr/>
        </p:nvSpPr>
        <p:spPr>
          <a:xfrm>
            <a:off x="9539372" y="6934200"/>
            <a:ext cx="2660822" cy="6931400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106E3B-28E5-3263-96D2-23C00B94A007}"/>
              </a:ext>
            </a:extLst>
          </p:cNvPr>
          <p:cNvSpPr txBox="1"/>
          <p:nvPr/>
        </p:nvSpPr>
        <p:spPr>
          <a:xfrm>
            <a:off x="9742698" y="7870355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</a:p>
        </p:txBody>
      </p:sp>
    </p:spTree>
    <p:extLst>
      <p:ext uri="{BB962C8B-B14F-4D97-AF65-F5344CB8AC3E}">
        <p14:creationId xmlns:p14="http://schemas.microsoft.com/office/powerpoint/2010/main" val="2668358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A27EBE3E-D73E-FAF6-C72C-82D88F981E1E}"/>
              </a:ext>
            </a:extLst>
          </p:cNvPr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Заголовок 1">
            <a:extLst>
              <a:ext uri="{FF2B5EF4-FFF2-40B4-BE49-F238E27FC236}">
                <a16:creationId xmlns:a16="http://schemas.microsoft.com/office/drawing/2014/main" id="{9FAD4F59-A054-B227-324C-C3C6C206D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1556B8E7-7EF2-7513-A678-CBFB52447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ru-RU"/>
          </a:p>
        </p:txBody>
      </p:sp>
      <p:pic>
        <p:nvPicPr>
          <p:cNvPr id="10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97DABC45-B446-E2EA-65B1-E5CEA26AF0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C481D05-ABCB-7FAF-0C2B-B67631942AAF}"/>
              </a:ext>
            </a:extLst>
          </p:cNvPr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>
            <a:extLst>
              <a:ext uri="{FF2B5EF4-FFF2-40B4-BE49-F238E27FC236}">
                <a16:creationId xmlns:a16="http://schemas.microsoft.com/office/drawing/2014/main" id="{B80FA313-EF89-D2D3-9AA6-1D1075BDBA53}"/>
              </a:ext>
            </a:extLst>
          </p:cNvPr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36" name="Группа 35">
              <a:extLst>
                <a:ext uri="{FF2B5EF4-FFF2-40B4-BE49-F238E27FC236}">
                  <a16:creationId xmlns:a16="http://schemas.microsoft.com/office/drawing/2014/main" id="{01C2016A-A594-C6F5-8C00-8D1E8BC959EE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39" name="Группа 38">
                <a:extLst>
                  <a:ext uri="{FF2B5EF4-FFF2-40B4-BE49-F238E27FC236}">
                    <a16:creationId xmlns:a16="http://schemas.microsoft.com/office/drawing/2014/main" id="{1D180AF8-166B-20B3-D13E-F57FFFA9041C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41" name="Группа 40">
                  <a:extLst>
                    <a:ext uri="{FF2B5EF4-FFF2-40B4-BE49-F238E27FC236}">
                      <a16:creationId xmlns:a16="http://schemas.microsoft.com/office/drawing/2014/main" id="{15145B07-B62C-B54F-512A-CF6691323E02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43" name="Прямоугольник 42">
                    <a:extLst>
                      <a:ext uri="{FF2B5EF4-FFF2-40B4-BE49-F238E27FC236}">
                        <a16:creationId xmlns:a16="http://schemas.microsoft.com/office/drawing/2014/main" id="{BA5765B4-0204-34E4-0723-DFF3CEA0AA1C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44" name="TextBox 43">
                    <a:extLst>
                      <a:ext uri="{FF2B5EF4-FFF2-40B4-BE49-F238E27FC236}">
                        <a16:creationId xmlns:a16="http://schemas.microsoft.com/office/drawing/2014/main" id="{AD921876-88D2-0AFD-BD53-771C5D771123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42" name="TextBox 41">
                  <a:extLst>
                    <a:ext uri="{FF2B5EF4-FFF2-40B4-BE49-F238E27FC236}">
                      <a16:creationId xmlns:a16="http://schemas.microsoft.com/office/drawing/2014/main" id="{18731F85-A917-1C51-6237-99629CA99197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B11EF72-8DD6-85ED-0733-10BFEC983AB0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E2EFE84C-A53A-5320-EF6C-40ADA51BF8E7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B377028-AEA0-5B64-E02F-3D3A4C0C485F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A334484A-3CAA-F791-03DE-7A4EA9E87B7D}"/>
              </a:ext>
            </a:extLst>
          </p:cNvPr>
          <p:cNvSpPr/>
          <p:nvPr/>
        </p:nvSpPr>
        <p:spPr>
          <a:xfrm>
            <a:off x="9531864" y="-82200"/>
            <a:ext cx="2660822" cy="6931400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6BDB8D-9E06-F86B-49BE-0C91264F5CF7}"/>
              </a:ext>
            </a:extLst>
          </p:cNvPr>
          <p:cNvSpPr txBox="1"/>
          <p:nvPr/>
        </p:nvSpPr>
        <p:spPr>
          <a:xfrm>
            <a:off x="9742698" y="433952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</a:p>
        </p:txBody>
      </p: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C6FDBABF-DA18-4DF4-5E99-EABB671144F6}"/>
              </a:ext>
            </a:extLst>
          </p:cNvPr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55" name="Прямоугольник 54">
              <a:extLst>
                <a:ext uri="{FF2B5EF4-FFF2-40B4-BE49-F238E27FC236}">
                  <a16:creationId xmlns:a16="http://schemas.microsoft.com/office/drawing/2014/main" id="{6D7614FD-9348-DEE9-5C86-C80DEFBDD512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56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6BE39A15-2512-D768-AA0F-34510120F65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DD9559EE-79FA-63D2-862B-79F4CD76E0F6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58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15000E10-C318-1F7C-7E63-B4195D90C3B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B7FF2B71-57B9-C45C-92D6-D299AF102036}"/>
              </a:ext>
            </a:extLst>
          </p:cNvPr>
          <p:cNvSpPr txBox="1"/>
          <p:nvPr/>
        </p:nvSpPr>
        <p:spPr>
          <a:xfrm>
            <a:off x="403877" y="-501991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Моим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ектом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будут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пользоватьс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люди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всех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возрастов,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но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имеющие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одну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проблему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плохое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различие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правды от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лжи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 интернете.</a:t>
            </a:r>
          </a:p>
        </p:txBody>
      </p:sp>
      <p:pic>
        <p:nvPicPr>
          <p:cNvPr id="60" name="Picture 2">
            <a:extLst>
              <a:ext uri="{FF2B5EF4-FFF2-40B4-BE49-F238E27FC236}">
                <a16:creationId xmlns:a16="http://schemas.microsoft.com/office/drawing/2014/main" id="{BCE56746-1519-E60B-112D-1AC6774821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14306">
            <a:off x="7998028" y="-5462844"/>
            <a:ext cx="688129" cy="72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4">
            <a:extLst>
              <a:ext uri="{FF2B5EF4-FFF2-40B4-BE49-F238E27FC236}">
                <a16:creationId xmlns:a16="http://schemas.microsoft.com/office/drawing/2014/main" id="{C3B5478B-4B2B-2E32-3857-B897FFD7B4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269849">
            <a:off x="118127" y="-5693017"/>
            <a:ext cx="571500" cy="600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1A4DE83A-2F63-E19F-9AA4-240EC597A1DD}"/>
              </a:ext>
            </a:extLst>
          </p:cNvPr>
          <p:cNvSpPr txBox="1"/>
          <p:nvPr/>
        </p:nvSpPr>
        <p:spPr>
          <a:xfrm>
            <a:off x="12379545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1. неделя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30A3D93-1B5C-DFF8-6259-7189A10A9615}"/>
              </a:ext>
            </a:extLst>
          </p:cNvPr>
          <p:cNvSpPr txBox="1"/>
          <p:nvPr/>
        </p:nvSpPr>
        <p:spPr>
          <a:xfrm>
            <a:off x="14712437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2. неделя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A186B62-11D7-4057-447B-9254C20CCEA7}"/>
              </a:ext>
            </a:extLst>
          </p:cNvPr>
          <p:cNvSpPr txBox="1"/>
          <p:nvPr/>
        </p:nvSpPr>
        <p:spPr>
          <a:xfrm>
            <a:off x="1695740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3. неделя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0E67B5C-867C-0D80-4F74-4F47DECAE4EA}"/>
              </a:ext>
            </a:extLst>
          </p:cNvPr>
          <p:cNvSpPr txBox="1"/>
          <p:nvPr/>
        </p:nvSpPr>
        <p:spPr>
          <a:xfrm>
            <a:off x="19325467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4. неделя</a:t>
            </a:r>
          </a:p>
        </p:txBody>
      </p:sp>
    </p:spTree>
    <p:extLst>
      <p:ext uri="{BB962C8B-B14F-4D97-AF65-F5344CB8AC3E}">
        <p14:creationId xmlns:p14="http://schemas.microsoft.com/office/powerpoint/2010/main" val="132688346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5EBACB-56A2-A5BB-835A-160B399102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F9A1136B-219D-D18A-9A73-7417FB9AA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EFD646C0-E9BD-3BD1-73C3-78267A27CC72}"/>
              </a:ext>
            </a:extLst>
          </p:cNvPr>
          <p:cNvSpPr/>
          <p:nvPr/>
        </p:nvSpPr>
        <p:spPr>
          <a:xfrm>
            <a:off x="-2660456" y="-8801"/>
            <a:ext cx="12192000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E8812E22-E92A-3CE6-823A-B2C4D29BC096}"/>
              </a:ext>
            </a:extLst>
          </p:cNvPr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83C47716-99E0-5233-78D8-DD8951AAE292}"/>
              </a:ext>
            </a:extLst>
          </p:cNvPr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11" name="Группа 10">
              <a:extLst>
                <a:ext uri="{FF2B5EF4-FFF2-40B4-BE49-F238E27FC236}">
                  <a16:creationId xmlns:a16="http://schemas.microsoft.com/office/drawing/2014/main" id="{BA6B7CDE-6E79-23CB-94C6-C90FA02CBC86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4" name="Группа 13">
                <a:extLst>
                  <a:ext uri="{FF2B5EF4-FFF2-40B4-BE49-F238E27FC236}">
                    <a16:creationId xmlns:a16="http://schemas.microsoft.com/office/drawing/2014/main" id="{A5A0857B-68E8-93FB-36BA-A218F42D189D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16" name="Группа 15">
                  <a:extLst>
                    <a:ext uri="{FF2B5EF4-FFF2-40B4-BE49-F238E27FC236}">
                      <a16:creationId xmlns:a16="http://schemas.microsoft.com/office/drawing/2014/main" id="{E41F8246-F508-DA57-B537-FA542ECC437A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18" name="Прямоугольник 17">
                    <a:extLst>
                      <a:ext uri="{FF2B5EF4-FFF2-40B4-BE49-F238E27FC236}">
                        <a16:creationId xmlns:a16="http://schemas.microsoft.com/office/drawing/2014/main" id="{86BD5393-3520-FAB8-A75A-06EA2473B88B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19" name="TextBox 18">
                    <a:extLst>
                      <a:ext uri="{FF2B5EF4-FFF2-40B4-BE49-F238E27FC236}">
                        <a16:creationId xmlns:a16="http://schemas.microsoft.com/office/drawing/2014/main" id="{8E1F7FBD-432F-590B-BD8E-146B9B35AB8D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4E1E6543-649C-876C-5D01-D1FD7E0E0E79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1D354E-54BE-2B78-3703-276F9C81B4F6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0FA4F7D-644B-6DA7-04FB-115D71C8A7BF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0FCF62C-DC5A-25BC-F956-A748B5562B11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88382D-7EB5-DFB8-5EED-7C8B58494994}"/>
              </a:ext>
            </a:extLst>
          </p:cNvPr>
          <p:cNvSpPr/>
          <p:nvPr/>
        </p:nvSpPr>
        <p:spPr>
          <a:xfrm>
            <a:off x="0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0AD9435-5322-79E6-D0A7-55205D151E95}"/>
              </a:ext>
            </a:extLst>
          </p:cNvPr>
          <p:cNvSpPr txBox="1"/>
          <p:nvPr/>
        </p:nvSpPr>
        <p:spPr>
          <a:xfrm>
            <a:off x="274644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1. неделя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64056CD-D56F-8444-0D8B-CBE12D6D254C}"/>
              </a:ext>
            </a:extLst>
          </p:cNvPr>
          <p:cNvSpPr txBox="1"/>
          <p:nvPr/>
        </p:nvSpPr>
        <p:spPr>
          <a:xfrm>
            <a:off x="9679573" y="476520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</a:p>
        </p:txBody>
      </p:sp>
      <p:grpSp>
        <p:nvGrpSpPr>
          <p:cNvPr id="40" name="Группа 39">
            <a:extLst>
              <a:ext uri="{FF2B5EF4-FFF2-40B4-BE49-F238E27FC236}">
                <a16:creationId xmlns:a16="http://schemas.microsoft.com/office/drawing/2014/main" id="{577EB3AB-5AF0-7EE4-F45E-4CC1534D1522}"/>
              </a:ext>
            </a:extLst>
          </p:cNvPr>
          <p:cNvGrpSpPr/>
          <p:nvPr/>
        </p:nvGrpSpPr>
        <p:grpSpPr>
          <a:xfrm>
            <a:off x="-2635378" y="-35173"/>
            <a:ext cx="12192000" cy="6858000"/>
            <a:chOff x="-1" y="0"/>
            <a:chExt cx="12192000" cy="6858000"/>
          </a:xfrm>
          <a:noFill/>
        </p:grpSpPr>
        <p:sp>
          <p:nvSpPr>
            <p:cNvPr id="41" name="Прямоугольник 40">
              <a:extLst>
                <a:ext uri="{FF2B5EF4-FFF2-40B4-BE49-F238E27FC236}">
                  <a16:creationId xmlns:a16="http://schemas.microsoft.com/office/drawing/2014/main" id="{542A2D3B-5AED-D130-B5ED-5CADF447713E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42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6CE7B7AF-F449-F4AA-8041-EDCA173016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124C65C8-DBE3-FC88-ED62-4AB7BA57A8F8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44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9F412DF6-4352-BF9F-83ED-4295B4C153D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D6C1DECD-6789-34DC-2233-A7194C0FE0D8}"/>
              </a:ext>
            </a:extLst>
          </p:cNvPr>
          <p:cNvSpPr txBox="1"/>
          <p:nvPr/>
        </p:nvSpPr>
        <p:spPr>
          <a:xfrm>
            <a:off x="260753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2. неделя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112DFD5-A11E-7494-4D51-FB9864D27783}"/>
              </a:ext>
            </a:extLst>
          </p:cNvPr>
          <p:cNvSpPr txBox="1"/>
          <p:nvPr/>
        </p:nvSpPr>
        <p:spPr>
          <a:xfrm>
            <a:off x="4852505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3. неделя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9988B75-0780-9DCE-B3F0-56C3C0C0363C}"/>
              </a:ext>
            </a:extLst>
          </p:cNvPr>
          <p:cNvSpPr txBox="1"/>
          <p:nvPr/>
        </p:nvSpPr>
        <p:spPr>
          <a:xfrm>
            <a:off x="7220566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4. неделя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7CCA0B6-611D-DF11-A7DA-772A5FF70B3A}"/>
              </a:ext>
            </a:extLst>
          </p:cNvPr>
          <p:cNvSpPr txBox="1"/>
          <p:nvPr/>
        </p:nvSpPr>
        <p:spPr>
          <a:xfrm>
            <a:off x="336120" y="7289627"/>
            <a:ext cx="202964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Поиск достоверных сайтов, и библиотек для парсинга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7DADC12-9A0C-9451-F9DC-618553F822B6}"/>
              </a:ext>
            </a:extLst>
          </p:cNvPr>
          <p:cNvSpPr txBox="1"/>
          <p:nvPr/>
        </p:nvSpPr>
        <p:spPr>
          <a:xfrm>
            <a:off x="49500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базовых случаев для ввода пользователя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7E048A3-8130-BEBC-D0BE-375391A88F18}"/>
              </a:ext>
            </a:extLst>
          </p:cNvPr>
          <p:cNvSpPr txBox="1"/>
          <p:nvPr/>
        </p:nvSpPr>
        <p:spPr>
          <a:xfrm>
            <a:off x="2711020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запросу статьи от пользователя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8E609F5-844D-9863-AD3F-42C3B233B5F5}"/>
              </a:ext>
            </a:extLst>
          </p:cNvPr>
          <p:cNvSpPr txBox="1"/>
          <p:nvPr/>
        </p:nvSpPr>
        <p:spPr>
          <a:xfrm>
            <a:off x="72741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структуры для парсинга и скачивания текста</a:t>
            </a:r>
          </a:p>
        </p:txBody>
      </p:sp>
    </p:spTree>
    <p:extLst>
      <p:ext uri="{BB962C8B-B14F-4D97-AF65-F5344CB8AC3E}">
        <p14:creationId xmlns:p14="http://schemas.microsoft.com/office/powerpoint/2010/main" val="3074393191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777052B-65BD-6CBF-3819-47D8FF336C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79AEB73-92E5-A01F-3895-7F367803DBC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D50F89F8-7024-1A79-0A87-B25B39A932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CD400D5D-EA87-89A2-4CB0-296CFABCFA04}"/>
              </a:ext>
            </a:extLst>
          </p:cNvPr>
          <p:cNvSpPr/>
          <p:nvPr/>
        </p:nvSpPr>
        <p:spPr>
          <a:xfrm>
            <a:off x="-2660456" y="-8801"/>
            <a:ext cx="12192000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62E2E2C0-72EC-51D2-B923-2499A6E91A1B}"/>
              </a:ext>
            </a:extLst>
          </p:cNvPr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FB7D77A6-8AC6-6E22-6914-E069234EF431}"/>
              </a:ext>
            </a:extLst>
          </p:cNvPr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0DCD9097-7991-3FBD-EBEF-990157F24FC0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1" name="Группа 10">
                <a:extLst>
                  <a:ext uri="{FF2B5EF4-FFF2-40B4-BE49-F238E27FC236}">
                    <a16:creationId xmlns:a16="http://schemas.microsoft.com/office/drawing/2014/main" id="{780DE8E5-DED0-96EC-C2C3-45014FF9D27A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13" name="Группа 12">
                  <a:extLst>
                    <a:ext uri="{FF2B5EF4-FFF2-40B4-BE49-F238E27FC236}">
                      <a16:creationId xmlns:a16="http://schemas.microsoft.com/office/drawing/2014/main" id="{A8354E81-0185-1339-EE12-06B091925577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15" name="Прямоугольник 14">
                    <a:extLst>
                      <a:ext uri="{FF2B5EF4-FFF2-40B4-BE49-F238E27FC236}">
                        <a16:creationId xmlns:a16="http://schemas.microsoft.com/office/drawing/2014/main" id="{33B2A701-CEEB-3531-8496-2E5990F915E4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CDC89DED-7BA7-C49B-E433-A65CBAAA8CCE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0EF81BAF-2F98-9F9A-6A66-AD2F1B296FED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278453B-7238-A1DC-CB02-FBB879FECE6D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7DC4BBA-186D-642B-FB47-06849C912408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B4A86E-6F2D-EF8E-5D87-B7D0AA093186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A9C43B19-06DE-5B83-13EA-DD898B542D7E}"/>
              </a:ext>
            </a:extLst>
          </p:cNvPr>
          <p:cNvSpPr/>
          <p:nvPr/>
        </p:nvSpPr>
        <p:spPr>
          <a:xfrm>
            <a:off x="0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2CEA01-5543-CBC6-AC5E-76C2663AFACF}"/>
              </a:ext>
            </a:extLst>
          </p:cNvPr>
          <p:cNvSpPr txBox="1"/>
          <p:nvPr/>
        </p:nvSpPr>
        <p:spPr>
          <a:xfrm>
            <a:off x="274644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1. неделя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31517D-DCA2-39A4-E629-B677AE512D1C}"/>
              </a:ext>
            </a:extLst>
          </p:cNvPr>
          <p:cNvSpPr txBox="1"/>
          <p:nvPr/>
        </p:nvSpPr>
        <p:spPr>
          <a:xfrm>
            <a:off x="9679573" y="476520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</a:p>
        </p:txBody>
      </p: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5933DD0D-DACE-8144-FB3E-35D745B26D6F}"/>
              </a:ext>
            </a:extLst>
          </p:cNvPr>
          <p:cNvGrpSpPr/>
          <p:nvPr/>
        </p:nvGrpSpPr>
        <p:grpSpPr>
          <a:xfrm>
            <a:off x="-2635378" y="-35173"/>
            <a:ext cx="12192000" cy="6858000"/>
            <a:chOff x="-1" y="0"/>
            <a:chExt cx="12192000" cy="6858000"/>
          </a:xfrm>
          <a:noFill/>
        </p:grpSpPr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C20219FC-140B-B266-DA1A-E263F71659F2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2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3EE52729-362E-460D-9D01-876CAFB5525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943993E-D6AE-8061-37AA-B812727EC52E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24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D2DE012C-97DF-6CB0-F4A2-60196E38D55C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84D2B0C7-A76D-E16A-C648-1F1F6DEA030E}"/>
              </a:ext>
            </a:extLst>
          </p:cNvPr>
          <p:cNvSpPr txBox="1"/>
          <p:nvPr/>
        </p:nvSpPr>
        <p:spPr>
          <a:xfrm>
            <a:off x="260753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2. неделя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A9EA3D3-E284-93A4-D859-37C5DD5EA1E1}"/>
              </a:ext>
            </a:extLst>
          </p:cNvPr>
          <p:cNvSpPr txBox="1"/>
          <p:nvPr/>
        </p:nvSpPr>
        <p:spPr>
          <a:xfrm>
            <a:off x="4852505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3. неделя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47A8DF1-4F72-49A8-A847-03707A7E4823}"/>
              </a:ext>
            </a:extLst>
          </p:cNvPr>
          <p:cNvSpPr txBox="1"/>
          <p:nvPr/>
        </p:nvSpPr>
        <p:spPr>
          <a:xfrm>
            <a:off x="7220566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4. неделя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A7963A-96FF-A351-B8FC-CAE0919424EE}"/>
              </a:ext>
            </a:extLst>
          </p:cNvPr>
          <p:cNvSpPr txBox="1"/>
          <p:nvPr/>
        </p:nvSpPr>
        <p:spPr>
          <a:xfrm>
            <a:off x="336120" y="2347525"/>
            <a:ext cx="202964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Поиск достоверных сайтов, и библиотек для парсинга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2FFF10A-508B-FAFF-A371-131B72B9A80B}"/>
              </a:ext>
            </a:extLst>
          </p:cNvPr>
          <p:cNvSpPr txBox="1"/>
          <p:nvPr/>
        </p:nvSpPr>
        <p:spPr>
          <a:xfrm>
            <a:off x="4950073" y="2347525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базовых случаев для ввода пользователя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4B6323F-9CEE-9007-D960-E7D1C435A58D}"/>
              </a:ext>
            </a:extLst>
          </p:cNvPr>
          <p:cNvSpPr txBox="1"/>
          <p:nvPr/>
        </p:nvSpPr>
        <p:spPr>
          <a:xfrm>
            <a:off x="2711020" y="2347525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запросу статьи от пользователя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169690-0D11-1947-6F46-E6F2D7AA7526}"/>
              </a:ext>
            </a:extLst>
          </p:cNvPr>
          <p:cNvSpPr txBox="1"/>
          <p:nvPr/>
        </p:nvSpPr>
        <p:spPr>
          <a:xfrm>
            <a:off x="7274173" y="2347525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структуры для парсинга и скачивания текста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3F4E6C7-C3F8-934E-C41B-D9F6A30479DA}"/>
              </a:ext>
            </a:extLst>
          </p:cNvPr>
          <p:cNvSpPr txBox="1"/>
          <p:nvPr/>
        </p:nvSpPr>
        <p:spPr>
          <a:xfrm>
            <a:off x="330865" y="7662744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математического сравнения текстов</a:t>
            </a:r>
          </a:p>
        </p:txBody>
      </p:sp>
    </p:spTree>
    <p:extLst>
      <p:ext uri="{BB962C8B-B14F-4D97-AF65-F5344CB8AC3E}">
        <p14:creationId xmlns:p14="http://schemas.microsoft.com/office/powerpoint/2010/main" val="3067956438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A36892-0A54-F4A0-0CF7-AFE175C618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669B6C2-19E1-3680-BD2E-DDA322709A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>
            <a:extLst>
              <a:ext uri="{FF2B5EF4-FFF2-40B4-BE49-F238E27FC236}">
                <a16:creationId xmlns:a16="http://schemas.microsoft.com/office/drawing/2014/main" id="{D4FCFD39-410A-8CF3-2E89-5E49DDB149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6AD7A3E-6BEC-15C5-23A5-A3B156629DC8}"/>
              </a:ext>
            </a:extLst>
          </p:cNvPr>
          <p:cNvSpPr/>
          <p:nvPr/>
        </p:nvSpPr>
        <p:spPr>
          <a:xfrm>
            <a:off x="-2660456" y="-8801"/>
            <a:ext cx="12192000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8E78548B-3ADC-EF0F-A25A-A4F20A1B335C}"/>
              </a:ext>
            </a:extLst>
          </p:cNvPr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42CC6894-C211-C8FC-E7C2-C5B4E7D7DA8A}"/>
              </a:ext>
            </a:extLst>
          </p:cNvPr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007585DB-851A-E3C2-D40D-3E368492DBD5}"/>
                </a:ext>
              </a:extLst>
            </p:cNvPr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1" name="Группа 10">
                <a:extLst>
                  <a:ext uri="{FF2B5EF4-FFF2-40B4-BE49-F238E27FC236}">
                    <a16:creationId xmlns:a16="http://schemas.microsoft.com/office/drawing/2014/main" id="{A78F01BC-D45B-0FF2-C7B6-452ED48F6B51}"/>
                  </a:ext>
                </a:extLst>
              </p:cNvPr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13" name="Группа 12">
                  <a:extLst>
                    <a:ext uri="{FF2B5EF4-FFF2-40B4-BE49-F238E27FC236}">
                      <a16:creationId xmlns:a16="http://schemas.microsoft.com/office/drawing/2014/main" id="{4633D7FB-D119-8F15-1858-4A9334F3B0C9}"/>
                    </a:ext>
                  </a:extLst>
                </p:cNvPr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15" name="Прямоугольник 14">
                    <a:extLst>
                      <a:ext uri="{FF2B5EF4-FFF2-40B4-BE49-F238E27FC236}">
                        <a16:creationId xmlns:a16="http://schemas.microsoft.com/office/drawing/2014/main" id="{50E43349-3F1A-FD92-157B-A2A776931A4D}"/>
                      </a:ext>
                    </a:extLst>
                  </p:cNvPr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</a:p>
                </p:txBody>
              </p:sp>
              <p:sp>
                <p:nvSpPr>
                  <p:cNvPr id="16" name="TextBox 15">
                    <a:extLst>
                      <a:ext uri="{FF2B5EF4-FFF2-40B4-BE49-F238E27FC236}">
                        <a16:creationId xmlns:a16="http://schemas.microsoft.com/office/drawing/2014/main" id="{79F4D69B-FBB2-A59B-878D-8F83EAD7C4F5}"/>
                      </a:ext>
                    </a:extLst>
                  </p:cNvPr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</a:p>
                </p:txBody>
              </p:sp>
            </p:grpSp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CE2FDEE-61A1-32DE-BD2C-AAE49D1083FB}"/>
                    </a:ext>
                  </a:extLst>
                </p:cNvPr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</a:p>
              </p:txBody>
            </p:sp>
          </p:grp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E21E2C-1F37-C18B-63B3-FB3BB41F5696}"/>
                  </a:ext>
                </a:extLst>
              </p:cNvPr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</a:p>
            </p:txBody>
          </p:sp>
        </p:grp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A2B3539-EB29-6B7A-691D-6A5B1D1A870B}"/>
                </a:ext>
              </a:extLst>
            </p:cNvPr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88E7E4B-D77B-24AF-678A-0532CD1F364F}"/>
                </a:ext>
              </a:extLst>
            </p:cNvPr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</a:p>
          </p:txBody>
        </p:sp>
      </p:grp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4CBF4D7E-950A-CEB8-9752-4A154A139A85}"/>
              </a:ext>
            </a:extLst>
          </p:cNvPr>
          <p:cNvSpPr/>
          <p:nvPr/>
        </p:nvSpPr>
        <p:spPr>
          <a:xfrm>
            <a:off x="0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A76FFCC-5AE6-2732-8690-839BE3467610}"/>
              </a:ext>
            </a:extLst>
          </p:cNvPr>
          <p:cNvSpPr txBox="1"/>
          <p:nvPr/>
        </p:nvSpPr>
        <p:spPr>
          <a:xfrm>
            <a:off x="274644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5. неделя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435D73D-1FAF-A04E-10F0-4A7A0C24BCD6}"/>
              </a:ext>
            </a:extLst>
          </p:cNvPr>
          <p:cNvSpPr txBox="1"/>
          <p:nvPr/>
        </p:nvSpPr>
        <p:spPr>
          <a:xfrm>
            <a:off x="9679573" y="476520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</a:p>
        </p:txBody>
      </p: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D35E5E31-709B-FB28-0B2C-FEDCE145D1D7}"/>
              </a:ext>
            </a:extLst>
          </p:cNvPr>
          <p:cNvGrpSpPr/>
          <p:nvPr/>
        </p:nvGrpSpPr>
        <p:grpSpPr>
          <a:xfrm>
            <a:off x="-2635378" y="-35173"/>
            <a:ext cx="12192000" cy="6858000"/>
            <a:chOff x="-1" y="0"/>
            <a:chExt cx="12192000" cy="6858000"/>
          </a:xfrm>
          <a:noFill/>
        </p:grpSpPr>
        <p:sp>
          <p:nvSpPr>
            <p:cNvPr id="21" name="Прямоугольник 20">
              <a:extLst>
                <a:ext uri="{FF2B5EF4-FFF2-40B4-BE49-F238E27FC236}">
                  <a16:creationId xmlns:a16="http://schemas.microsoft.com/office/drawing/2014/main" id="{837918C6-478C-B057-2E14-2FE5A4E60042}"/>
                </a:ext>
              </a:extLst>
            </p:cNvPr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2" name="Picture 2" descr="https://dead-god.ru/wp-content/uploads/2021/11/183.png">
              <a:extLst>
                <a:ext uri="{FF2B5EF4-FFF2-40B4-BE49-F238E27FC236}">
                  <a16:creationId xmlns:a16="http://schemas.microsoft.com/office/drawing/2014/main" id="{C1851989-1809-FF12-C95E-6FEC1FB7F3B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B4D9EBB-40F9-48D7-093B-647901805F2C}"/>
                </a:ext>
              </a:extLst>
            </p:cNvPr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24" name="Picture 2" descr="https://dead-god.ru/wp-content/uploads/2021/11/23-5.png">
              <a:extLst>
                <a:ext uri="{FF2B5EF4-FFF2-40B4-BE49-F238E27FC236}">
                  <a16:creationId xmlns:a16="http://schemas.microsoft.com/office/drawing/2014/main" id="{963FD29D-CB03-FE2B-400E-B6BD71631E4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B455CD94-0E7D-2E19-AF9D-27BE191C1101}"/>
              </a:ext>
            </a:extLst>
          </p:cNvPr>
          <p:cNvSpPr txBox="1"/>
          <p:nvPr/>
        </p:nvSpPr>
        <p:spPr>
          <a:xfrm>
            <a:off x="260753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6. неделя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86945F6-BFFE-A0C0-E310-4851E63347D8}"/>
              </a:ext>
            </a:extLst>
          </p:cNvPr>
          <p:cNvSpPr txBox="1"/>
          <p:nvPr/>
        </p:nvSpPr>
        <p:spPr>
          <a:xfrm>
            <a:off x="4852505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7. неделя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82AA28-5086-3190-73FA-0BE3856EC66C}"/>
              </a:ext>
            </a:extLst>
          </p:cNvPr>
          <p:cNvSpPr txBox="1"/>
          <p:nvPr/>
        </p:nvSpPr>
        <p:spPr>
          <a:xfrm>
            <a:off x="7220566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8. неделя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6212552-8AEE-103E-958C-8DC89585B144}"/>
              </a:ext>
            </a:extLst>
          </p:cNvPr>
          <p:cNvSpPr txBox="1"/>
          <p:nvPr/>
        </p:nvSpPr>
        <p:spPr>
          <a:xfrm>
            <a:off x="336120" y="7289627"/>
            <a:ext cx="202964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Поиск достоверных сайтов, и библиотек для парсинга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5897B26-E133-8DC7-B045-305A84D58112}"/>
              </a:ext>
            </a:extLst>
          </p:cNvPr>
          <p:cNvSpPr txBox="1"/>
          <p:nvPr/>
        </p:nvSpPr>
        <p:spPr>
          <a:xfrm>
            <a:off x="49500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базовых случаев для ввода пользователя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62CA65-522A-09C6-AAF6-2F8F4A073B6B}"/>
              </a:ext>
            </a:extLst>
          </p:cNvPr>
          <p:cNvSpPr txBox="1"/>
          <p:nvPr/>
        </p:nvSpPr>
        <p:spPr>
          <a:xfrm>
            <a:off x="2711020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запросу статьи от пользователя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97FBDFF-AA69-98B1-A4B0-F8DC2751E7BC}"/>
              </a:ext>
            </a:extLst>
          </p:cNvPr>
          <p:cNvSpPr txBox="1"/>
          <p:nvPr/>
        </p:nvSpPr>
        <p:spPr>
          <a:xfrm>
            <a:off x="72741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структуры для парсинга и скачивания текста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D6A63C-9816-22B7-22E1-F69013C899AB}"/>
              </a:ext>
            </a:extLst>
          </p:cNvPr>
          <p:cNvSpPr txBox="1"/>
          <p:nvPr/>
        </p:nvSpPr>
        <p:spPr>
          <a:xfrm>
            <a:off x="330865" y="2428598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математического сравнения текстов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D95311C-4DFD-E80E-A58D-2C00C0784FC9}"/>
              </a:ext>
            </a:extLst>
          </p:cNvPr>
          <p:cNvSpPr txBox="1"/>
          <p:nvPr/>
        </p:nvSpPr>
        <p:spPr>
          <a:xfrm>
            <a:off x="4866074" y="2423343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Тесты готового на тот момент кода</a:t>
            </a:r>
          </a:p>
        </p:txBody>
      </p:sp>
    </p:spTree>
    <p:extLst>
      <p:ext uri="{BB962C8B-B14F-4D97-AF65-F5344CB8AC3E}">
        <p14:creationId xmlns:p14="http://schemas.microsoft.com/office/powerpoint/2010/main" val="164732581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462</TotalTime>
  <Words>858</Words>
  <Application>Microsoft Office PowerPoint</Application>
  <PresentationFormat>Широкоэкранный</PresentationFormat>
  <Paragraphs>356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Arial</vt:lpstr>
      <vt:lpstr>Arial Black</vt:lpstr>
      <vt:lpstr>Bahnschrift SemiBold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Student</dc:creator>
  <cp:lastModifiedBy>Unicum_Student</cp:lastModifiedBy>
  <cp:revision>13</cp:revision>
  <dcterms:created xsi:type="dcterms:W3CDTF">2026-03-21T05:58:27Z</dcterms:created>
  <dcterms:modified xsi:type="dcterms:W3CDTF">2026-03-28T07:00:12Z</dcterms:modified>
</cp:coreProperties>
</file>